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omments/modernComment_10B_2F7C1CE9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64" r:id="rId4"/>
  </p:sldMasterIdLst>
  <p:notesMasterIdLst>
    <p:notesMasterId r:id="rId25"/>
  </p:notesMasterIdLst>
  <p:handoutMasterIdLst>
    <p:handoutMasterId r:id="rId26"/>
  </p:handoutMasterIdLst>
  <p:sldIdLst>
    <p:sldId id="270" r:id="rId5"/>
    <p:sldId id="273" r:id="rId6"/>
    <p:sldId id="276" r:id="rId7"/>
    <p:sldId id="274" r:id="rId8"/>
    <p:sldId id="277" r:id="rId9"/>
    <p:sldId id="278" r:id="rId10"/>
    <p:sldId id="283" r:id="rId11"/>
    <p:sldId id="285" r:id="rId12"/>
    <p:sldId id="286" r:id="rId13"/>
    <p:sldId id="284" r:id="rId14"/>
    <p:sldId id="281" r:id="rId15"/>
    <p:sldId id="279" r:id="rId16"/>
    <p:sldId id="280" r:id="rId17"/>
    <p:sldId id="271" r:id="rId18"/>
    <p:sldId id="263" r:id="rId19"/>
    <p:sldId id="269" r:id="rId20"/>
    <p:sldId id="282" r:id="rId21"/>
    <p:sldId id="275" r:id="rId22"/>
    <p:sldId id="267" r:id="rId23"/>
    <p:sldId id="268" r:id="rId24"/>
  </p:sldIdLst>
  <p:sldSz cx="12192000" cy="6858000"/>
  <p:notesSz cx="6858000" cy="9144000"/>
  <p:defaultTextStyle>
    <a:defPPr rtl="0">
      <a:defRPr lang="en-gb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unctions" id="{C08657F9-95DB-4017-9025-0116954F8DD2}">
          <p14:sldIdLst>
            <p14:sldId id="270"/>
            <p14:sldId id="273"/>
            <p14:sldId id="276"/>
            <p14:sldId id="274"/>
          </p14:sldIdLst>
        </p14:section>
        <p14:section name="Pandas Library" id="{0B5256FC-A0A7-4357-8FEC-6CC4EABEED48}">
          <p14:sldIdLst>
            <p14:sldId id="277"/>
            <p14:sldId id="278"/>
            <p14:sldId id="283"/>
            <p14:sldId id="285"/>
            <p14:sldId id="286"/>
            <p14:sldId id="284"/>
            <p14:sldId id="281"/>
            <p14:sldId id="279"/>
            <p14:sldId id="280"/>
          </p14:sldIdLst>
        </p14:section>
        <p14:section name="Phython Cheat Sheets" id="{DE848594-1BCE-4435-855B-DDA88C648FFA}">
          <p14:sldIdLst>
            <p14:sldId id="271"/>
            <p14:sldId id="263"/>
            <p14:sldId id="269"/>
            <p14:sldId id="282"/>
          </p14:sldIdLst>
        </p14:section>
        <p14:section name="Additional Slides" id="{E8D13CD7-CC90-47C4-B8A8-AF8DCF5F9DD4}">
          <p14:sldIdLst>
            <p14:sldId id="275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B625525-B39D-08A0-6F82-1CAB947C3CE8}" name="Sophie Anderson" initials="SA" userId="S::dh214884@dunnhumby.com::97fb0a72-41ca-4149-ab7f-1e64bc9695e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2904AD-4F89-41FF-80F6-42C00F8376C9}" v="81" dt="2024-10-07T16:21:36.2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2" autoAdjust="0"/>
  </p:normalViewPr>
  <p:slideViewPr>
    <p:cSldViewPr snapToGrid="0">
      <p:cViewPr>
        <p:scale>
          <a:sx n="66" d="100"/>
          <a:sy n="66" d="100"/>
        </p:scale>
        <p:origin x="1456" y="18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78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33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phie Anderson" userId="97fb0a72-41ca-4149-ab7f-1e64bc9695ed" providerId="ADAL" clId="{A22904AD-4F89-41FF-80F6-42C00F8376C9}"/>
    <pc:docChg chg="undo redo custSel addSld delSld modSld sldOrd addSection delSection modSection">
      <pc:chgData name="Sophie Anderson" userId="97fb0a72-41ca-4149-ab7f-1e64bc9695ed" providerId="ADAL" clId="{A22904AD-4F89-41FF-80F6-42C00F8376C9}" dt="2024-10-07T16:21:36.203" v="6849"/>
      <pc:docMkLst>
        <pc:docMk/>
      </pc:docMkLst>
      <pc:sldChg chg="del">
        <pc:chgData name="Sophie Anderson" userId="97fb0a72-41ca-4149-ab7f-1e64bc9695ed" providerId="ADAL" clId="{A22904AD-4F89-41FF-80F6-42C00F8376C9}" dt="2024-10-07T08:59:46.613" v="170" actId="47"/>
        <pc:sldMkLst>
          <pc:docMk/>
          <pc:sldMk cId="1115916446" sldId="262"/>
        </pc:sldMkLst>
      </pc:sldChg>
      <pc:sldChg chg="ord">
        <pc:chgData name="Sophie Anderson" userId="97fb0a72-41ca-4149-ab7f-1e64bc9695ed" providerId="ADAL" clId="{A22904AD-4F89-41FF-80F6-42C00F8376C9}" dt="2024-10-07T08:59:22.153" v="166"/>
        <pc:sldMkLst>
          <pc:docMk/>
          <pc:sldMk cId="1933374416" sldId="263"/>
        </pc:sldMkLst>
      </pc:sldChg>
      <pc:sldChg chg="del">
        <pc:chgData name="Sophie Anderson" userId="97fb0a72-41ca-4149-ab7f-1e64bc9695ed" providerId="ADAL" clId="{A22904AD-4F89-41FF-80F6-42C00F8376C9}" dt="2024-10-07T08:59:42.086" v="169" actId="47"/>
        <pc:sldMkLst>
          <pc:docMk/>
          <pc:sldMk cId="2904773736" sldId="264"/>
        </pc:sldMkLst>
      </pc:sldChg>
      <pc:sldChg chg="ord">
        <pc:chgData name="Sophie Anderson" userId="97fb0a72-41ca-4149-ab7f-1e64bc9695ed" providerId="ADAL" clId="{A22904AD-4F89-41FF-80F6-42C00F8376C9}" dt="2024-10-07T10:05:53.768" v="2061"/>
        <pc:sldMkLst>
          <pc:docMk/>
          <pc:sldMk cId="796663017" sldId="267"/>
        </pc:sldMkLst>
      </pc:sldChg>
      <pc:sldChg chg="ord">
        <pc:chgData name="Sophie Anderson" userId="97fb0a72-41ca-4149-ab7f-1e64bc9695ed" providerId="ADAL" clId="{A22904AD-4F89-41FF-80F6-42C00F8376C9}" dt="2024-10-07T10:05:53.768" v="2061"/>
        <pc:sldMkLst>
          <pc:docMk/>
          <pc:sldMk cId="2709700940" sldId="268"/>
        </pc:sldMkLst>
      </pc:sldChg>
      <pc:sldChg chg="addSp modSp new mod">
        <pc:chgData name="Sophie Anderson" userId="97fb0a72-41ca-4149-ab7f-1e64bc9695ed" providerId="ADAL" clId="{A22904AD-4F89-41FF-80F6-42C00F8376C9}" dt="2024-10-07T08:58:10.870" v="119" actId="14100"/>
        <pc:sldMkLst>
          <pc:docMk/>
          <pc:sldMk cId="2305935970" sldId="270"/>
        </pc:sldMkLst>
        <pc:spChg chg="add mod">
          <ac:chgData name="Sophie Anderson" userId="97fb0a72-41ca-4149-ab7f-1e64bc9695ed" providerId="ADAL" clId="{A22904AD-4F89-41FF-80F6-42C00F8376C9}" dt="2024-10-07T08:57:51.294" v="114" actId="207"/>
          <ac:spMkLst>
            <pc:docMk/>
            <pc:sldMk cId="2305935970" sldId="270"/>
            <ac:spMk id="2" creationId="{259F0F5C-318E-3297-B6C1-DCEFD84365E7}"/>
          </ac:spMkLst>
        </pc:spChg>
        <pc:spChg chg="add mod ord">
          <ac:chgData name="Sophie Anderson" userId="97fb0a72-41ca-4149-ab7f-1e64bc9695ed" providerId="ADAL" clId="{A22904AD-4F89-41FF-80F6-42C00F8376C9}" dt="2024-10-07T08:57:25.368" v="109" actId="207"/>
          <ac:spMkLst>
            <pc:docMk/>
            <pc:sldMk cId="2305935970" sldId="270"/>
            <ac:spMk id="3" creationId="{863CDF66-82C8-E6D2-529E-84C0BCFC0D57}"/>
          </ac:spMkLst>
        </pc:spChg>
        <pc:spChg chg="add mod">
          <ac:chgData name="Sophie Anderson" userId="97fb0a72-41ca-4149-ab7f-1e64bc9695ed" providerId="ADAL" clId="{A22904AD-4F89-41FF-80F6-42C00F8376C9}" dt="2024-10-07T08:57:21.677" v="108" actId="207"/>
          <ac:spMkLst>
            <pc:docMk/>
            <pc:sldMk cId="2305935970" sldId="270"/>
            <ac:spMk id="4" creationId="{786B7AD9-5512-763D-544C-7BA81C62F239}"/>
          </ac:spMkLst>
        </pc:spChg>
        <pc:spChg chg="add mod">
          <ac:chgData name="Sophie Anderson" userId="97fb0a72-41ca-4149-ab7f-1e64bc9695ed" providerId="ADAL" clId="{A22904AD-4F89-41FF-80F6-42C00F8376C9}" dt="2024-10-07T08:57:34.851" v="110" actId="207"/>
          <ac:spMkLst>
            <pc:docMk/>
            <pc:sldMk cId="2305935970" sldId="270"/>
            <ac:spMk id="5" creationId="{18A41EA8-92E8-5135-F3E5-9AA069C72FC9}"/>
          </ac:spMkLst>
        </pc:spChg>
        <pc:spChg chg="add mod">
          <ac:chgData name="Sophie Anderson" userId="97fb0a72-41ca-4149-ab7f-1e64bc9695ed" providerId="ADAL" clId="{A22904AD-4F89-41FF-80F6-42C00F8376C9}" dt="2024-10-07T08:58:10.870" v="119" actId="14100"/>
          <ac:spMkLst>
            <pc:docMk/>
            <pc:sldMk cId="2305935970" sldId="270"/>
            <ac:spMk id="6" creationId="{35453AE3-A345-6AC3-2CE5-8B9752D6092E}"/>
          </ac:spMkLst>
        </pc:spChg>
      </pc:sldChg>
      <pc:sldChg chg="modSp add mod">
        <pc:chgData name="Sophie Anderson" userId="97fb0a72-41ca-4149-ab7f-1e64bc9695ed" providerId="ADAL" clId="{A22904AD-4F89-41FF-80F6-42C00F8376C9}" dt="2024-10-07T08:59:15.865" v="164" actId="207"/>
        <pc:sldMkLst>
          <pc:docMk/>
          <pc:sldMk cId="2941751964" sldId="271"/>
        </pc:sldMkLst>
        <pc:spChg chg="mod">
          <ac:chgData name="Sophie Anderson" userId="97fb0a72-41ca-4149-ab7f-1e64bc9695ed" providerId="ADAL" clId="{A22904AD-4F89-41FF-80F6-42C00F8376C9}" dt="2024-10-07T08:59:13.045" v="163" actId="207"/>
          <ac:spMkLst>
            <pc:docMk/>
            <pc:sldMk cId="2941751964" sldId="271"/>
            <ac:spMk id="2" creationId="{259F0F5C-318E-3297-B6C1-DCEFD84365E7}"/>
          </ac:spMkLst>
        </pc:spChg>
        <pc:spChg chg="mod">
          <ac:chgData name="Sophie Anderson" userId="97fb0a72-41ca-4149-ab7f-1e64bc9695ed" providerId="ADAL" clId="{A22904AD-4F89-41FF-80F6-42C00F8376C9}" dt="2024-10-07T08:59:01.768" v="161" actId="207"/>
          <ac:spMkLst>
            <pc:docMk/>
            <pc:sldMk cId="2941751964" sldId="271"/>
            <ac:spMk id="3" creationId="{863CDF66-82C8-E6D2-529E-84C0BCFC0D57}"/>
          </ac:spMkLst>
        </pc:spChg>
        <pc:spChg chg="mod">
          <ac:chgData name="Sophie Anderson" userId="97fb0a72-41ca-4149-ab7f-1e64bc9695ed" providerId="ADAL" clId="{A22904AD-4F89-41FF-80F6-42C00F8376C9}" dt="2024-10-07T08:59:01.768" v="161" actId="207"/>
          <ac:spMkLst>
            <pc:docMk/>
            <pc:sldMk cId="2941751964" sldId="271"/>
            <ac:spMk id="4" creationId="{786B7AD9-5512-763D-544C-7BA81C62F239}"/>
          </ac:spMkLst>
        </pc:spChg>
        <pc:spChg chg="mod">
          <ac:chgData name="Sophie Anderson" userId="97fb0a72-41ca-4149-ab7f-1e64bc9695ed" providerId="ADAL" clId="{A22904AD-4F89-41FF-80F6-42C00F8376C9}" dt="2024-10-07T08:59:05.632" v="162" actId="207"/>
          <ac:spMkLst>
            <pc:docMk/>
            <pc:sldMk cId="2941751964" sldId="271"/>
            <ac:spMk id="5" creationId="{18A41EA8-92E8-5135-F3E5-9AA069C72FC9}"/>
          </ac:spMkLst>
        </pc:spChg>
        <pc:spChg chg="mod">
          <ac:chgData name="Sophie Anderson" userId="97fb0a72-41ca-4149-ab7f-1e64bc9695ed" providerId="ADAL" clId="{A22904AD-4F89-41FF-80F6-42C00F8376C9}" dt="2024-10-07T08:59:15.865" v="164" actId="207"/>
          <ac:spMkLst>
            <pc:docMk/>
            <pc:sldMk cId="2941751964" sldId="271"/>
            <ac:spMk id="6" creationId="{35453AE3-A345-6AC3-2CE5-8B9752D6092E}"/>
          </ac:spMkLst>
        </pc:spChg>
      </pc:sldChg>
      <pc:sldChg chg="addSp delSp modSp new del mod">
        <pc:chgData name="Sophie Anderson" userId="97fb0a72-41ca-4149-ab7f-1e64bc9695ed" providerId="ADAL" clId="{A22904AD-4F89-41FF-80F6-42C00F8376C9}" dt="2024-10-07T09:09:04.126" v="400" actId="47"/>
        <pc:sldMkLst>
          <pc:docMk/>
          <pc:sldMk cId="1623257966" sldId="272"/>
        </pc:sldMkLst>
        <pc:spChg chg="del">
          <ac:chgData name="Sophie Anderson" userId="97fb0a72-41ca-4149-ab7f-1e64bc9695ed" providerId="ADAL" clId="{A22904AD-4F89-41FF-80F6-42C00F8376C9}" dt="2024-10-07T09:00:32.120" v="175" actId="478"/>
          <ac:spMkLst>
            <pc:docMk/>
            <pc:sldMk cId="1623257966" sldId="272"/>
            <ac:spMk id="2" creationId="{B94E38BE-2B6B-C2BC-28DB-95F74DE4837E}"/>
          </ac:spMkLst>
        </pc:spChg>
        <pc:spChg chg="del">
          <ac:chgData name="Sophie Anderson" userId="97fb0a72-41ca-4149-ab7f-1e64bc9695ed" providerId="ADAL" clId="{A22904AD-4F89-41FF-80F6-42C00F8376C9}" dt="2024-10-07T09:00:33.353" v="176" actId="478"/>
          <ac:spMkLst>
            <pc:docMk/>
            <pc:sldMk cId="1623257966" sldId="272"/>
            <ac:spMk id="3" creationId="{FA60A778-AE98-2AF4-B15B-DA57FF4A357F}"/>
          </ac:spMkLst>
        </pc:spChg>
        <pc:spChg chg="add mod">
          <ac:chgData name="Sophie Anderson" userId="97fb0a72-41ca-4149-ab7f-1e64bc9695ed" providerId="ADAL" clId="{A22904AD-4F89-41FF-80F6-42C00F8376C9}" dt="2024-10-07T09:07:51.097" v="381" actId="20577"/>
          <ac:spMkLst>
            <pc:docMk/>
            <pc:sldMk cId="1623257966" sldId="272"/>
            <ac:spMk id="4" creationId="{8FE04DFF-99B8-D13A-4364-C98D9FFA5D66}"/>
          </ac:spMkLst>
        </pc:spChg>
        <pc:spChg chg="add del mod">
          <ac:chgData name="Sophie Anderson" userId="97fb0a72-41ca-4149-ab7f-1e64bc9695ed" providerId="ADAL" clId="{A22904AD-4F89-41FF-80F6-42C00F8376C9}" dt="2024-10-07T09:06:51.768" v="361" actId="478"/>
          <ac:spMkLst>
            <pc:docMk/>
            <pc:sldMk cId="1623257966" sldId="272"/>
            <ac:spMk id="5" creationId="{2631A23B-B928-F70E-4D84-F09ECA471D3E}"/>
          </ac:spMkLst>
        </pc:spChg>
        <pc:spChg chg="add del mod">
          <ac:chgData name="Sophie Anderson" userId="97fb0a72-41ca-4149-ab7f-1e64bc9695ed" providerId="ADAL" clId="{A22904AD-4F89-41FF-80F6-42C00F8376C9}" dt="2024-10-07T09:08:07.110" v="383" actId="478"/>
          <ac:spMkLst>
            <pc:docMk/>
            <pc:sldMk cId="1623257966" sldId="272"/>
            <ac:spMk id="9" creationId="{4C6AEB37-44F7-EC1A-F70A-99674B4936DF}"/>
          </ac:spMkLst>
        </pc:spChg>
        <pc:spChg chg="add del mod">
          <ac:chgData name="Sophie Anderson" userId="97fb0a72-41ca-4149-ab7f-1e64bc9695ed" providerId="ADAL" clId="{A22904AD-4F89-41FF-80F6-42C00F8376C9}" dt="2024-10-07T09:08:56.231" v="397" actId="478"/>
          <ac:spMkLst>
            <pc:docMk/>
            <pc:sldMk cId="1623257966" sldId="272"/>
            <ac:spMk id="10" creationId="{C6E66B88-AEF2-1DAD-552C-B6502010EEF7}"/>
          </ac:spMkLst>
        </pc:spChg>
        <pc:spChg chg="add del mod">
          <ac:chgData name="Sophie Anderson" userId="97fb0a72-41ca-4149-ab7f-1e64bc9695ed" providerId="ADAL" clId="{A22904AD-4F89-41FF-80F6-42C00F8376C9}" dt="2024-10-07T09:08:56.966" v="398" actId="478"/>
          <ac:spMkLst>
            <pc:docMk/>
            <pc:sldMk cId="1623257966" sldId="272"/>
            <ac:spMk id="11" creationId="{4471123E-0479-AFD9-451E-626685954993}"/>
          </ac:spMkLst>
        </pc:spChg>
        <pc:picChg chg="add del mod">
          <ac:chgData name="Sophie Anderson" userId="97fb0a72-41ca-4149-ab7f-1e64bc9695ed" providerId="ADAL" clId="{A22904AD-4F89-41FF-80F6-42C00F8376C9}" dt="2024-10-07T09:08:08.069" v="384" actId="478"/>
          <ac:picMkLst>
            <pc:docMk/>
            <pc:sldMk cId="1623257966" sldId="272"/>
            <ac:picMk id="7" creationId="{6BE85AB9-D9D3-7BD5-A68F-4C92621D0881}"/>
          </ac:picMkLst>
        </pc:picChg>
      </pc:sldChg>
      <pc:sldChg chg="new del">
        <pc:chgData name="Sophie Anderson" userId="97fb0a72-41ca-4149-ab7f-1e64bc9695ed" providerId="ADAL" clId="{A22904AD-4F89-41FF-80F6-42C00F8376C9}" dt="2024-10-07T09:08:15.322" v="386" actId="680"/>
        <pc:sldMkLst>
          <pc:docMk/>
          <pc:sldMk cId="584496339" sldId="273"/>
        </pc:sldMkLst>
      </pc:sldChg>
      <pc:sldChg chg="addSp delSp modSp new mod">
        <pc:chgData name="Sophie Anderson" userId="97fb0a72-41ca-4149-ab7f-1e64bc9695ed" providerId="ADAL" clId="{A22904AD-4F89-41FF-80F6-42C00F8376C9}" dt="2024-10-07T10:10:54.945" v="2434" actId="113"/>
        <pc:sldMkLst>
          <pc:docMk/>
          <pc:sldMk cId="923339202" sldId="273"/>
        </pc:sldMkLst>
        <pc:spChg chg="add mod">
          <ac:chgData name="Sophie Anderson" userId="97fb0a72-41ca-4149-ab7f-1e64bc9695ed" providerId="ADAL" clId="{A22904AD-4F89-41FF-80F6-42C00F8376C9}" dt="2024-10-07T09:09:36.770" v="405" actId="207"/>
          <ac:spMkLst>
            <pc:docMk/>
            <pc:sldMk cId="923339202" sldId="273"/>
            <ac:spMk id="2" creationId="{EE4490E2-81E2-CF54-A164-6A3C05DDF1E6}"/>
          </ac:spMkLst>
        </pc:spChg>
        <pc:spChg chg="add mod">
          <ac:chgData name="Sophie Anderson" userId="97fb0a72-41ca-4149-ab7f-1e64bc9695ed" providerId="ADAL" clId="{A22904AD-4F89-41FF-80F6-42C00F8376C9}" dt="2024-10-07T09:09:16" v="402" actId="14100"/>
          <ac:spMkLst>
            <pc:docMk/>
            <pc:sldMk cId="923339202" sldId="273"/>
            <ac:spMk id="3" creationId="{DC571950-9E66-E274-D4F3-0A45E0865102}"/>
          </ac:spMkLst>
        </pc:spChg>
        <pc:spChg chg="add mod">
          <ac:chgData name="Sophie Anderson" userId="97fb0a72-41ca-4149-ab7f-1e64bc9695ed" providerId="ADAL" clId="{A22904AD-4F89-41FF-80F6-42C00F8376C9}" dt="2024-10-07T09:14:13.067" v="582" actId="207"/>
          <ac:spMkLst>
            <pc:docMk/>
            <pc:sldMk cId="923339202" sldId="273"/>
            <ac:spMk id="4" creationId="{99CBDB60-C3FE-EC11-1E52-50350CD613EF}"/>
          </ac:spMkLst>
        </pc:spChg>
        <pc:spChg chg="add mod">
          <ac:chgData name="Sophie Anderson" userId="97fb0a72-41ca-4149-ab7f-1e64bc9695ed" providerId="ADAL" clId="{A22904AD-4F89-41FF-80F6-42C00F8376C9}" dt="2024-10-07T09:24:26.935" v="1027" actId="404"/>
          <ac:spMkLst>
            <pc:docMk/>
            <pc:sldMk cId="923339202" sldId="273"/>
            <ac:spMk id="7" creationId="{1B3D844D-6D8E-23CA-E162-CB69DAEC4A76}"/>
          </ac:spMkLst>
        </pc:spChg>
        <pc:spChg chg="add mod">
          <ac:chgData name="Sophie Anderson" userId="97fb0a72-41ca-4149-ab7f-1e64bc9695ed" providerId="ADAL" clId="{A22904AD-4F89-41FF-80F6-42C00F8376C9}" dt="2024-10-07T09:24:32.775" v="1029" actId="14100"/>
          <ac:spMkLst>
            <pc:docMk/>
            <pc:sldMk cId="923339202" sldId="273"/>
            <ac:spMk id="8" creationId="{F134FA4A-CF95-0E7A-82D0-E46B901ECAB0}"/>
          </ac:spMkLst>
        </pc:spChg>
        <pc:spChg chg="add del mod">
          <ac:chgData name="Sophie Anderson" userId="97fb0a72-41ca-4149-ab7f-1e64bc9695ed" providerId="ADAL" clId="{A22904AD-4F89-41FF-80F6-42C00F8376C9}" dt="2024-10-07T09:19:35.704" v="817" actId="478"/>
          <ac:spMkLst>
            <pc:docMk/>
            <pc:sldMk cId="923339202" sldId="273"/>
            <ac:spMk id="10" creationId="{8B548C03-7094-E982-805B-CDDB5782A216}"/>
          </ac:spMkLst>
        </pc:spChg>
        <pc:spChg chg="add del mod">
          <ac:chgData name="Sophie Anderson" userId="97fb0a72-41ca-4149-ab7f-1e64bc9695ed" providerId="ADAL" clId="{A22904AD-4F89-41FF-80F6-42C00F8376C9}" dt="2024-10-07T09:24:37.047" v="1031" actId="478"/>
          <ac:spMkLst>
            <pc:docMk/>
            <pc:sldMk cId="923339202" sldId="273"/>
            <ac:spMk id="11" creationId="{DBA5756F-05F8-E010-1852-597E46A01CA1}"/>
          </ac:spMkLst>
        </pc:spChg>
        <pc:spChg chg="add mod">
          <ac:chgData name="Sophie Anderson" userId="97fb0a72-41ca-4149-ab7f-1e64bc9695ed" providerId="ADAL" clId="{A22904AD-4F89-41FF-80F6-42C00F8376C9}" dt="2024-10-07T09:36:16.762" v="1243" actId="1076"/>
          <ac:spMkLst>
            <pc:docMk/>
            <pc:sldMk cId="923339202" sldId="273"/>
            <ac:spMk id="19" creationId="{06B74CE2-4560-CC2F-14FC-014B0FB7D370}"/>
          </ac:spMkLst>
        </pc:spChg>
        <pc:spChg chg="add mod">
          <ac:chgData name="Sophie Anderson" userId="97fb0a72-41ca-4149-ab7f-1e64bc9695ed" providerId="ADAL" clId="{A22904AD-4F89-41FF-80F6-42C00F8376C9}" dt="2024-10-07T10:10:54.945" v="2434" actId="113"/>
          <ac:spMkLst>
            <pc:docMk/>
            <pc:sldMk cId="923339202" sldId="273"/>
            <ac:spMk id="21" creationId="{0C205918-FA49-8709-951E-24FB52DAE846}"/>
          </ac:spMkLst>
        </pc:spChg>
        <pc:spChg chg="add del mod">
          <ac:chgData name="Sophie Anderson" userId="97fb0a72-41ca-4149-ab7f-1e64bc9695ed" providerId="ADAL" clId="{A22904AD-4F89-41FF-80F6-42C00F8376C9}" dt="2024-10-07T10:03:04.138" v="1948" actId="478"/>
          <ac:spMkLst>
            <pc:docMk/>
            <pc:sldMk cId="923339202" sldId="273"/>
            <ac:spMk id="26" creationId="{F15625DB-7CBD-4C1F-5DC0-9C84324A1D9D}"/>
          </ac:spMkLst>
        </pc:spChg>
        <pc:spChg chg="add del mod">
          <ac:chgData name="Sophie Anderson" userId="97fb0a72-41ca-4149-ab7f-1e64bc9695ed" providerId="ADAL" clId="{A22904AD-4F89-41FF-80F6-42C00F8376C9}" dt="2024-10-07T10:04:35.773" v="2018" actId="478"/>
          <ac:spMkLst>
            <pc:docMk/>
            <pc:sldMk cId="923339202" sldId="273"/>
            <ac:spMk id="28" creationId="{C79E7E1E-86DD-0ECA-6365-D53D9C822451}"/>
          </ac:spMkLst>
        </pc:spChg>
        <pc:grpChg chg="add mod">
          <ac:chgData name="Sophie Anderson" userId="97fb0a72-41ca-4149-ab7f-1e64bc9695ed" providerId="ADAL" clId="{A22904AD-4F89-41FF-80F6-42C00F8376C9}" dt="2024-10-07T10:05:01.896" v="2053" actId="1035"/>
          <ac:grpSpMkLst>
            <pc:docMk/>
            <pc:sldMk cId="923339202" sldId="273"/>
            <ac:grpSpMk id="9" creationId="{837F4B33-D9C4-E1D1-B831-5F75A163EB8B}"/>
          </ac:grpSpMkLst>
        </pc:grpChg>
        <pc:graphicFrameChg chg="add del mod">
          <ac:chgData name="Sophie Anderson" userId="97fb0a72-41ca-4149-ab7f-1e64bc9695ed" providerId="ADAL" clId="{A22904AD-4F89-41FF-80F6-42C00F8376C9}" dt="2024-10-07T09:24:18.729" v="1025" actId="478"/>
          <ac:graphicFrameMkLst>
            <pc:docMk/>
            <pc:sldMk cId="923339202" sldId="273"/>
            <ac:graphicFrameMk id="12" creationId="{EB95440B-51C1-599B-5D53-76974871E535}"/>
          </ac:graphicFrameMkLst>
        </pc:graphicFrameChg>
        <pc:graphicFrameChg chg="add del mod">
          <ac:chgData name="Sophie Anderson" userId="97fb0a72-41ca-4149-ab7f-1e64bc9695ed" providerId="ADAL" clId="{A22904AD-4F89-41FF-80F6-42C00F8376C9}" dt="2024-10-07T09:24:16.423" v="1024" actId="478"/>
          <ac:graphicFrameMkLst>
            <pc:docMk/>
            <pc:sldMk cId="923339202" sldId="273"/>
            <ac:graphicFrameMk id="13" creationId="{B852F59D-9C21-07F5-8378-1363C04C2E23}"/>
          </ac:graphicFrameMkLst>
        </pc:graphicFrameChg>
        <pc:graphicFrameChg chg="add del mod">
          <ac:chgData name="Sophie Anderson" userId="97fb0a72-41ca-4149-ab7f-1e64bc9695ed" providerId="ADAL" clId="{A22904AD-4F89-41FF-80F6-42C00F8376C9}" dt="2024-10-07T09:24:15.160" v="1023" actId="478"/>
          <ac:graphicFrameMkLst>
            <pc:docMk/>
            <pc:sldMk cId="923339202" sldId="273"/>
            <ac:graphicFrameMk id="14" creationId="{C9C84CC4-94A7-1DC4-1875-8A14AE0B09DF}"/>
          </ac:graphicFrameMkLst>
        </pc:graphicFrameChg>
        <pc:graphicFrameChg chg="add del mod">
          <ac:chgData name="Sophie Anderson" userId="97fb0a72-41ca-4149-ab7f-1e64bc9695ed" providerId="ADAL" clId="{A22904AD-4F89-41FF-80F6-42C00F8376C9}" dt="2024-10-07T09:24:13.160" v="1022" actId="478"/>
          <ac:graphicFrameMkLst>
            <pc:docMk/>
            <pc:sldMk cId="923339202" sldId="273"/>
            <ac:graphicFrameMk id="15" creationId="{FA30122D-C9AC-774D-0459-C98DA47ACE18}"/>
          </ac:graphicFrameMkLst>
        </pc:graphicFrameChg>
        <pc:graphicFrameChg chg="add del mod">
          <ac:chgData name="Sophie Anderson" userId="97fb0a72-41ca-4149-ab7f-1e64bc9695ed" providerId="ADAL" clId="{A22904AD-4F89-41FF-80F6-42C00F8376C9}" dt="2024-10-07T09:24:11.495" v="1021" actId="478"/>
          <ac:graphicFrameMkLst>
            <pc:docMk/>
            <pc:sldMk cId="923339202" sldId="273"/>
            <ac:graphicFrameMk id="16" creationId="{7D66EA69-B7F3-B543-5DC7-81FF921B4E9F}"/>
          </ac:graphicFrameMkLst>
        </pc:graphicFrameChg>
        <pc:graphicFrameChg chg="add del mod">
          <ac:chgData name="Sophie Anderson" userId="97fb0a72-41ca-4149-ab7f-1e64bc9695ed" providerId="ADAL" clId="{A22904AD-4F89-41FF-80F6-42C00F8376C9}" dt="2024-10-07T09:23:04.333" v="939" actId="478"/>
          <ac:graphicFrameMkLst>
            <pc:docMk/>
            <pc:sldMk cId="923339202" sldId="273"/>
            <ac:graphicFrameMk id="17" creationId="{9C826DCC-CEBF-0DD5-6159-7BC64C8B29FC}"/>
          </ac:graphicFrameMkLst>
        </pc:graphicFrameChg>
        <pc:graphicFrameChg chg="add del mod modGraphic">
          <ac:chgData name="Sophie Anderson" userId="97fb0a72-41ca-4149-ab7f-1e64bc9695ed" providerId="ADAL" clId="{A22904AD-4F89-41FF-80F6-42C00F8376C9}" dt="2024-10-07T09:35:59.371" v="1240" actId="478"/>
          <ac:graphicFrameMkLst>
            <pc:docMk/>
            <pc:sldMk cId="923339202" sldId="273"/>
            <ac:graphicFrameMk id="18" creationId="{BC165AF7-3E8C-A6FD-EEB6-5ABC0A2BE299}"/>
          </ac:graphicFrameMkLst>
        </pc:graphicFrameChg>
        <pc:picChg chg="add del mod">
          <ac:chgData name="Sophie Anderson" userId="97fb0a72-41ca-4149-ab7f-1e64bc9695ed" providerId="ADAL" clId="{A22904AD-4F89-41FF-80F6-42C00F8376C9}" dt="2024-10-07T09:13:17.943" v="578" actId="478"/>
          <ac:picMkLst>
            <pc:docMk/>
            <pc:sldMk cId="923339202" sldId="273"/>
            <ac:picMk id="6" creationId="{13EF85C1-ABA8-6785-5614-573E31D07A32}"/>
          </ac:picMkLst>
        </pc:picChg>
        <pc:cxnChg chg="add mod">
          <ac:chgData name="Sophie Anderson" userId="97fb0a72-41ca-4149-ab7f-1e64bc9695ed" providerId="ADAL" clId="{A22904AD-4F89-41FF-80F6-42C00F8376C9}" dt="2024-10-07T10:05:18.441" v="2059" actId="1035"/>
          <ac:cxnSpMkLst>
            <pc:docMk/>
            <pc:sldMk cId="923339202" sldId="273"/>
            <ac:cxnSpMk id="23" creationId="{48A86068-D958-485F-2F69-275D23FBF5A2}"/>
          </ac:cxnSpMkLst>
        </pc:cxnChg>
      </pc:sldChg>
      <pc:sldChg chg="addSp delSp modSp add mod ord">
        <pc:chgData name="Sophie Anderson" userId="97fb0a72-41ca-4149-ab7f-1e64bc9695ed" providerId="ADAL" clId="{A22904AD-4F89-41FF-80F6-42C00F8376C9}" dt="2024-10-07T10:41:31.525" v="4268"/>
        <pc:sldMkLst>
          <pc:docMk/>
          <pc:sldMk cId="3667886929" sldId="274"/>
        </pc:sldMkLst>
        <pc:spChg chg="mod">
          <ac:chgData name="Sophie Anderson" userId="97fb0a72-41ca-4149-ab7f-1e64bc9695ed" providerId="ADAL" clId="{A22904AD-4F89-41FF-80F6-42C00F8376C9}" dt="2024-10-07T09:43:44.889" v="1726" actId="20577"/>
          <ac:spMkLst>
            <pc:docMk/>
            <pc:sldMk cId="3667886929" sldId="274"/>
            <ac:spMk id="2" creationId="{1F70CADD-1F07-AE12-0FF2-9D4BA4A4A3B9}"/>
          </ac:spMkLst>
        </pc:spChg>
        <pc:spChg chg="add del mod">
          <ac:chgData name="Sophie Anderson" userId="97fb0a72-41ca-4149-ab7f-1e64bc9695ed" providerId="ADAL" clId="{A22904AD-4F89-41FF-80F6-42C00F8376C9}" dt="2024-10-07T10:06:53.581" v="2089" actId="478"/>
          <ac:spMkLst>
            <pc:docMk/>
            <pc:sldMk cId="3667886929" sldId="274"/>
            <ac:spMk id="10" creationId="{D822CA08-CC44-6E6D-1541-4FE3B1B3D44E}"/>
          </ac:spMkLst>
        </pc:spChg>
        <pc:grpChg chg="del">
          <ac:chgData name="Sophie Anderson" userId="97fb0a72-41ca-4149-ab7f-1e64bc9695ed" providerId="ADAL" clId="{A22904AD-4F89-41FF-80F6-42C00F8376C9}" dt="2024-10-07T09:34:12.552" v="1225" actId="478"/>
          <ac:grpSpMkLst>
            <pc:docMk/>
            <pc:sldMk cId="3667886929" sldId="274"/>
            <ac:grpSpMk id="4" creationId="{7A3F9A7C-826B-CD61-14F2-15BD494007A6}"/>
          </ac:grpSpMkLst>
        </pc:grpChg>
        <pc:graphicFrameChg chg="del">
          <ac:chgData name="Sophie Anderson" userId="97fb0a72-41ca-4149-ab7f-1e64bc9695ed" providerId="ADAL" clId="{A22904AD-4F89-41FF-80F6-42C00F8376C9}" dt="2024-10-07T09:34:11.688" v="1224" actId="478"/>
          <ac:graphicFrameMkLst>
            <pc:docMk/>
            <pc:sldMk cId="3667886929" sldId="274"/>
            <ac:graphicFrameMk id="3" creationId="{E0B2572C-B757-0325-19DD-C573C35B5085}"/>
          </ac:graphicFrameMkLst>
        </pc:graphicFrameChg>
        <pc:graphicFrameChg chg="add mod modGraphic">
          <ac:chgData name="Sophie Anderson" userId="97fb0a72-41ca-4149-ab7f-1e64bc9695ed" providerId="ADAL" clId="{A22904AD-4F89-41FF-80F6-42C00F8376C9}" dt="2024-10-07T10:06:45.444" v="2087"/>
          <ac:graphicFrameMkLst>
            <pc:docMk/>
            <pc:sldMk cId="3667886929" sldId="274"/>
            <ac:graphicFrameMk id="8" creationId="{B9533175-1B08-D059-6CB0-CC1515915289}"/>
          </ac:graphicFrameMkLst>
        </pc:graphicFrameChg>
      </pc:sldChg>
      <pc:sldChg chg="modSp add mod">
        <pc:chgData name="Sophie Anderson" userId="97fb0a72-41ca-4149-ab7f-1e64bc9695ed" providerId="ADAL" clId="{A22904AD-4F89-41FF-80F6-42C00F8376C9}" dt="2024-10-07T10:06:09.884" v="2083" actId="20577"/>
        <pc:sldMkLst>
          <pc:docMk/>
          <pc:sldMk cId="2143005369" sldId="275"/>
        </pc:sldMkLst>
        <pc:spChg chg="mod">
          <ac:chgData name="Sophie Anderson" userId="97fb0a72-41ca-4149-ab7f-1e64bc9695ed" providerId="ADAL" clId="{A22904AD-4F89-41FF-80F6-42C00F8376C9}" dt="2024-10-07T10:06:04.460" v="2081" actId="20577"/>
          <ac:spMkLst>
            <pc:docMk/>
            <pc:sldMk cId="2143005369" sldId="275"/>
            <ac:spMk id="2" creationId="{259F0F5C-318E-3297-B6C1-DCEFD84365E7}"/>
          </ac:spMkLst>
        </pc:spChg>
        <pc:spChg chg="mod">
          <ac:chgData name="Sophie Anderson" userId="97fb0a72-41ca-4149-ab7f-1e64bc9695ed" providerId="ADAL" clId="{A22904AD-4F89-41FF-80F6-42C00F8376C9}" dt="2024-10-07T10:06:09.884" v="2083" actId="20577"/>
          <ac:spMkLst>
            <pc:docMk/>
            <pc:sldMk cId="2143005369" sldId="275"/>
            <ac:spMk id="6" creationId="{35453AE3-A345-6AC3-2CE5-8B9752D6092E}"/>
          </ac:spMkLst>
        </pc:spChg>
      </pc:sldChg>
      <pc:sldChg chg="modSp add del mod">
        <pc:chgData name="Sophie Anderson" userId="97fb0a72-41ca-4149-ab7f-1e64bc9695ed" providerId="ADAL" clId="{A22904AD-4F89-41FF-80F6-42C00F8376C9}" dt="2024-10-07T10:02:35.973" v="1945" actId="47"/>
        <pc:sldMkLst>
          <pc:docMk/>
          <pc:sldMk cId="3477733103" sldId="275"/>
        </pc:sldMkLst>
        <pc:spChg chg="mod">
          <ac:chgData name="Sophie Anderson" userId="97fb0a72-41ca-4149-ab7f-1e64bc9695ed" providerId="ADAL" clId="{A22904AD-4F89-41FF-80F6-42C00F8376C9}" dt="2024-10-07T10:01:55.484" v="1944" actId="20577"/>
          <ac:spMkLst>
            <pc:docMk/>
            <pc:sldMk cId="3477733103" sldId="275"/>
            <ac:spMk id="4" creationId="{99CBDB60-C3FE-EC11-1E52-50350CD613EF}"/>
          </ac:spMkLst>
        </pc:spChg>
      </pc:sldChg>
      <pc:sldChg chg="addSp delSp modSp add mod">
        <pc:chgData name="Sophie Anderson" userId="97fb0a72-41ca-4149-ab7f-1e64bc9695ed" providerId="ADAL" clId="{A22904AD-4F89-41FF-80F6-42C00F8376C9}" dt="2024-10-07T10:42:50.722" v="4317" actId="113"/>
        <pc:sldMkLst>
          <pc:docMk/>
          <pc:sldMk cId="2950116112" sldId="276"/>
        </pc:sldMkLst>
        <pc:spChg chg="mod">
          <ac:chgData name="Sophie Anderson" userId="97fb0a72-41ca-4149-ab7f-1e64bc9695ed" providerId="ADAL" clId="{A22904AD-4F89-41FF-80F6-42C00F8376C9}" dt="2024-10-07T10:42:50.722" v="4317" actId="113"/>
          <ac:spMkLst>
            <pc:docMk/>
            <pc:sldMk cId="2950116112" sldId="276"/>
            <ac:spMk id="4" creationId="{99CBDB60-C3FE-EC11-1E52-50350CD613EF}"/>
          </ac:spMkLst>
        </pc:spChg>
        <pc:spChg chg="add">
          <ac:chgData name="Sophie Anderson" userId="97fb0a72-41ca-4149-ab7f-1e64bc9695ed" providerId="ADAL" clId="{A22904AD-4F89-41FF-80F6-42C00F8376C9}" dt="2024-10-07T10:14:19.187" v="2627"/>
          <ac:spMkLst>
            <pc:docMk/>
            <pc:sldMk cId="2950116112" sldId="276"/>
            <ac:spMk id="5" creationId="{6B573B14-DA9A-FB77-9012-5EEDC80F5901}"/>
          </ac:spMkLst>
        </pc:spChg>
        <pc:spChg chg="add del mod">
          <ac:chgData name="Sophie Anderson" userId="97fb0a72-41ca-4149-ab7f-1e64bc9695ed" providerId="ADAL" clId="{A22904AD-4F89-41FF-80F6-42C00F8376C9}" dt="2024-10-07T10:40:57.579" v="4235" actId="478"/>
          <ac:spMkLst>
            <pc:docMk/>
            <pc:sldMk cId="2950116112" sldId="276"/>
            <ac:spMk id="10" creationId="{CDCB46C8-4B5D-8161-6C4C-868ABA382049}"/>
          </ac:spMkLst>
        </pc:spChg>
        <pc:spChg chg="mod">
          <ac:chgData name="Sophie Anderson" userId="97fb0a72-41ca-4149-ab7f-1e64bc9695ed" providerId="ADAL" clId="{A22904AD-4F89-41FF-80F6-42C00F8376C9}" dt="2024-10-07T10:36:50.859" v="3963" actId="1036"/>
          <ac:spMkLst>
            <pc:docMk/>
            <pc:sldMk cId="2950116112" sldId="276"/>
            <ac:spMk id="21" creationId="{0C205918-FA49-8709-951E-24FB52DAE846}"/>
          </ac:spMkLst>
        </pc:spChg>
        <pc:grpChg chg="del">
          <ac:chgData name="Sophie Anderson" userId="97fb0a72-41ca-4149-ab7f-1e64bc9695ed" providerId="ADAL" clId="{A22904AD-4F89-41FF-80F6-42C00F8376C9}" dt="2024-10-07T10:07:36.236" v="2091" actId="478"/>
          <ac:grpSpMkLst>
            <pc:docMk/>
            <pc:sldMk cId="2950116112" sldId="276"/>
            <ac:grpSpMk id="9" creationId="{837F4B33-D9C4-E1D1-B831-5F75A163EB8B}"/>
          </ac:grpSpMkLst>
        </pc:grpChg>
        <pc:cxnChg chg="del mod">
          <ac:chgData name="Sophie Anderson" userId="97fb0a72-41ca-4149-ab7f-1e64bc9695ed" providerId="ADAL" clId="{A22904AD-4F89-41FF-80F6-42C00F8376C9}" dt="2024-10-07T10:07:38.713" v="2092" actId="478"/>
          <ac:cxnSpMkLst>
            <pc:docMk/>
            <pc:sldMk cId="2950116112" sldId="276"/>
            <ac:cxnSpMk id="23" creationId="{48A86068-D958-485F-2F69-275D23FBF5A2}"/>
          </ac:cxnSpMkLst>
        </pc:cxnChg>
      </pc:sldChg>
      <pc:sldChg chg="modSp add mod">
        <pc:chgData name="Sophie Anderson" userId="97fb0a72-41ca-4149-ab7f-1e64bc9695ed" providerId="ADAL" clId="{A22904AD-4F89-41FF-80F6-42C00F8376C9}" dt="2024-10-07T10:41:27.643" v="4266" actId="20577"/>
        <pc:sldMkLst>
          <pc:docMk/>
          <pc:sldMk cId="764576356" sldId="277"/>
        </pc:sldMkLst>
        <pc:spChg chg="mod">
          <ac:chgData name="Sophie Anderson" userId="97fb0a72-41ca-4149-ab7f-1e64bc9695ed" providerId="ADAL" clId="{A22904AD-4F89-41FF-80F6-42C00F8376C9}" dt="2024-10-07T10:41:24.924" v="4264" actId="20577"/>
          <ac:spMkLst>
            <pc:docMk/>
            <pc:sldMk cId="764576356" sldId="277"/>
            <ac:spMk id="2" creationId="{259F0F5C-318E-3297-B6C1-DCEFD84365E7}"/>
          </ac:spMkLst>
        </pc:spChg>
        <pc:spChg chg="mod">
          <ac:chgData name="Sophie Anderson" userId="97fb0a72-41ca-4149-ab7f-1e64bc9695ed" providerId="ADAL" clId="{A22904AD-4F89-41FF-80F6-42C00F8376C9}" dt="2024-10-07T10:41:27.643" v="4266" actId="20577"/>
          <ac:spMkLst>
            <pc:docMk/>
            <pc:sldMk cId="764576356" sldId="277"/>
            <ac:spMk id="6" creationId="{35453AE3-A345-6AC3-2CE5-8B9752D6092E}"/>
          </ac:spMkLst>
        </pc:spChg>
      </pc:sldChg>
      <pc:sldChg chg="addSp delSp modSp add mod">
        <pc:chgData name="Sophie Anderson" userId="97fb0a72-41ca-4149-ab7f-1e64bc9695ed" providerId="ADAL" clId="{A22904AD-4F89-41FF-80F6-42C00F8376C9}" dt="2024-10-07T15:29:31.494" v="5145" actId="478"/>
        <pc:sldMkLst>
          <pc:docMk/>
          <pc:sldMk cId="32218477" sldId="278"/>
        </pc:sldMkLst>
        <pc:spChg chg="mod">
          <ac:chgData name="Sophie Anderson" userId="97fb0a72-41ca-4149-ab7f-1e64bc9695ed" providerId="ADAL" clId="{A22904AD-4F89-41FF-80F6-42C00F8376C9}" dt="2024-10-07T15:26:54.887" v="5042" actId="20577"/>
          <ac:spMkLst>
            <pc:docMk/>
            <pc:sldMk cId="32218477" sldId="278"/>
            <ac:spMk id="4" creationId="{99CBDB60-C3FE-EC11-1E52-50350CD613EF}"/>
          </ac:spMkLst>
        </pc:spChg>
        <pc:spChg chg="add del mod">
          <ac:chgData name="Sophie Anderson" userId="97fb0a72-41ca-4149-ab7f-1e64bc9695ed" providerId="ADAL" clId="{A22904AD-4F89-41FF-80F6-42C00F8376C9}" dt="2024-10-07T10:43:44.959" v="4326" actId="478"/>
          <ac:spMkLst>
            <pc:docMk/>
            <pc:sldMk cId="32218477" sldId="278"/>
            <ac:spMk id="5" creationId="{A10904BE-15A6-54D5-D067-ED682BF9D412}"/>
          </ac:spMkLst>
        </pc:spChg>
        <pc:spChg chg="mod">
          <ac:chgData name="Sophie Anderson" userId="97fb0a72-41ca-4149-ab7f-1e64bc9695ed" providerId="ADAL" clId="{A22904AD-4F89-41FF-80F6-42C00F8376C9}" dt="2024-10-07T10:46:24.047" v="4499" actId="20577"/>
          <ac:spMkLst>
            <pc:docMk/>
            <pc:sldMk cId="32218477" sldId="278"/>
            <ac:spMk id="7" creationId="{1B3D844D-6D8E-23CA-E162-CB69DAEC4A76}"/>
          </ac:spMkLst>
        </pc:spChg>
        <pc:spChg chg="mod">
          <ac:chgData name="Sophie Anderson" userId="97fb0a72-41ca-4149-ab7f-1e64bc9695ed" providerId="ADAL" clId="{A22904AD-4F89-41FF-80F6-42C00F8376C9}" dt="2024-10-07T10:51:39.121" v="4712" actId="14100"/>
          <ac:spMkLst>
            <pc:docMk/>
            <pc:sldMk cId="32218477" sldId="278"/>
            <ac:spMk id="8" creationId="{F134FA4A-CF95-0E7A-82D0-E46B901ECAB0}"/>
          </ac:spMkLst>
        </pc:spChg>
        <pc:spChg chg="add del mod">
          <ac:chgData name="Sophie Anderson" userId="97fb0a72-41ca-4149-ab7f-1e64bc9695ed" providerId="ADAL" clId="{A22904AD-4F89-41FF-80F6-42C00F8376C9}" dt="2024-10-07T15:29:31.494" v="5145" actId="478"/>
          <ac:spMkLst>
            <pc:docMk/>
            <pc:sldMk cId="32218477" sldId="278"/>
            <ac:spMk id="12" creationId="{223515C6-9969-44B8-36F3-3517B4B398E6}"/>
          </ac:spMkLst>
        </pc:spChg>
        <pc:spChg chg="mod">
          <ac:chgData name="Sophie Anderson" userId="97fb0a72-41ca-4149-ab7f-1e64bc9695ed" providerId="ADAL" clId="{A22904AD-4F89-41FF-80F6-42C00F8376C9}" dt="2024-10-07T15:29:27.975" v="5144" actId="113"/>
          <ac:spMkLst>
            <pc:docMk/>
            <pc:sldMk cId="32218477" sldId="278"/>
            <ac:spMk id="21" creationId="{0C205918-FA49-8709-951E-24FB52DAE846}"/>
          </ac:spMkLst>
        </pc:spChg>
        <pc:cxnChg chg="mod">
          <ac:chgData name="Sophie Anderson" userId="97fb0a72-41ca-4149-ab7f-1e64bc9695ed" providerId="ADAL" clId="{A22904AD-4F89-41FF-80F6-42C00F8376C9}" dt="2024-10-07T15:29:05.905" v="5121"/>
          <ac:cxnSpMkLst>
            <pc:docMk/>
            <pc:sldMk cId="32218477" sldId="278"/>
            <ac:cxnSpMk id="23" creationId="{48A86068-D958-485F-2F69-275D23FBF5A2}"/>
          </ac:cxnSpMkLst>
        </pc:cxnChg>
      </pc:sldChg>
      <pc:sldChg chg="addSp modSp add mod modShow">
        <pc:chgData name="Sophie Anderson" userId="97fb0a72-41ca-4149-ab7f-1e64bc9695ed" providerId="ADAL" clId="{A22904AD-4F89-41FF-80F6-42C00F8376C9}" dt="2024-10-07T16:17:50.498" v="6790" actId="729"/>
        <pc:sldMkLst>
          <pc:docMk/>
          <pc:sldMk cId="3295425507" sldId="279"/>
        </pc:sldMkLst>
        <pc:spChg chg="add mod">
          <ac:chgData name="Sophie Anderson" userId="97fb0a72-41ca-4149-ab7f-1e64bc9695ed" providerId="ADAL" clId="{A22904AD-4F89-41FF-80F6-42C00F8376C9}" dt="2024-10-07T15:54:57.473" v="6459" actId="1076"/>
          <ac:spMkLst>
            <pc:docMk/>
            <pc:sldMk cId="3295425507" sldId="279"/>
            <ac:spMk id="5" creationId="{2424C050-55D5-9ECF-4E3D-F81936BF3F96}"/>
          </ac:spMkLst>
        </pc:spChg>
      </pc:sldChg>
      <pc:sldChg chg="addSp delSp modSp add mod">
        <pc:chgData name="Sophie Anderson" userId="97fb0a72-41ca-4149-ab7f-1e64bc9695ed" providerId="ADAL" clId="{A22904AD-4F89-41FF-80F6-42C00F8376C9}" dt="2024-10-07T15:56:46.036" v="6493" actId="20577"/>
        <pc:sldMkLst>
          <pc:docMk/>
          <pc:sldMk cId="4242890769" sldId="280"/>
        </pc:sldMkLst>
        <pc:spChg chg="mod">
          <ac:chgData name="Sophie Anderson" userId="97fb0a72-41ca-4149-ab7f-1e64bc9695ed" providerId="ADAL" clId="{A22904AD-4F89-41FF-80F6-42C00F8376C9}" dt="2024-10-07T15:56:46.036" v="6493" actId="20577"/>
          <ac:spMkLst>
            <pc:docMk/>
            <pc:sldMk cId="4242890769" sldId="280"/>
            <ac:spMk id="2" creationId="{1F70CADD-1F07-AE12-0FF2-9D4BA4A4A3B9}"/>
          </ac:spMkLst>
        </pc:spChg>
        <pc:spChg chg="add del mod">
          <ac:chgData name="Sophie Anderson" userId="97fb0a72-41ca-4149-ab7f-1e64bc9695ed" providerId="ADAL" clId="{A22904AD-4F89-41FF-80F6-42C00F8376C9}" dt="2024-10-07T15:56:32.817" v="6462" actId="478"/>
          <ac:spMkLst>
            <pc:docMk/>
            <pc:sldMk cId="4242890769" sldId="280"/>
            <ac:spMk id="3" creationId="{8D749EC1-DC4C-0E88-89C6-2C68DD764B90}"/>
          </ac:spMkLst>
        </pc:spChg>
        <pc:graphicFrameChg chg="del">
          <ac:chgData name="Sophie Anderson" userId="97fb0a72-41ca-4149-ab7f-1e64bc9695ed" providerId="ADAL" clId="{A22904AD-4F89-41FF-80F6-42C00F8376C9}" dt="2024-10-07T15:56:34.645" v="6463" actId="478"/>
          <ac:graphicFrameMkLst>
            <pc:docMk/>
            <pc:sldMk cId="4242890769" sldId="280"/>
            <ac:graphicFrameMk id="8" creationId="{B9533175-1B08-D059-6CB0-CC1515915289}"/>
          </ac:graphicFrameMkLst>
        </pc:graphicFrameChg>
      </pc:sldChg>
      <pc:sldChg chg="addSp delSp modSp add mod ord modShow">
        <pc:chgData name="Sophie Anderson" userId="97fb0a72-41ca-4149-ab7f-1e64bc9695ed" providerId="ADAL" clId="{A22904AD-4F89-41FF-80F6-42C00F8376C9}" dt="2024-10-07T16:17:48.641" v="6789" actId="729"/>
        <pc:sldMkLst>
          <pc:docMk/>
          <pc:sldMk cId="1619519944" sldId="281"/>
        </pc:sldMkLst>
        <pc:spChg chg="del mod">
          <ac:chgData name="Sophie Anderson" userId="97fb0a72-41ca-4149-ab7f-1e64bc9695ed" providerId="ADAL" clId="{A22904AD-4F89-41FF-80F6-42C00F8376C9}" dt="2024-10-07T15:54:12.566" v="6426" actId="478"/>
          <ac:spMkLst>
            <pc:docMk/>
            <pc:sldMk cId="1619519944" sldId="281"/>
            <ac:spMk id="4" creationId="{99CBDB60-C3FE-EC11-1E52-50350CD613EF}"/>
          </ac:spMkLst>
        </pc:spChg>
        <pc:spChg chg="mod">
          <ac:chgData name="Sophie Anderson" userId="97fb0a72-41ca-4149-ab7f-1e64bc9695ed" providerId="ADAL" clId="{A22904AD-4F89-41FF-80F6-42C00F8376C9}" dt="2024-10-07T15:52:23.649" v="6354" actId="14100"/>
          <ac:spMkLst>
            <pc:docMk/>
            <pc:sldMk cId="1619519944" sldId="281"/>
            <ac:spMk id="8" creationId="{F134FA4A-CF95-0E7A-82D0-E46B901ECAB0}"/>
          </ac:spMkLst>
        </pc:spChg>
        <pc:spChg chg="add del mod">
          <ac:chgData name="Sophie Anderson" userId="97fb0a72-41ca-4149-ab7f-1e64bc9695ed" providerId="ADAL" clId="{A22904AD-4F89-41FF-80F6-42C00F8376C9}" dt="2024-10-07T15:43:01.557" v="5798" actId="478"/>
          <ac:spMkLst>
            <pc:docMk/>
            <pc:sldMk cId="1619519944" sldId="281"/>
            <ac:spMk id="10" creationId="{C55627F9-C9B4-FECF-4AA2-AFB9FC5A81AB}"/>
          </ac:spMkLst>
        </pc:spChg>
        <pc:spChg chg="add del mod">
          <ac:chgData name="Sophie Anderson" userId="97fb0a72-41ca-4149-ab7f-1e64bc9695ed" providerId="ADAL" clId="{A22904AD-4F89-41FF-80F6-42C00F8376C9}" dt="2024-10-07T15:54:10.452" v="6425" actId="478"/>
          <ac:spMkLst>
            <pc:docMk/>
            <pc:sldMk cId="1619519944" sldId="281"/>
            <ac:spMk id="11" creationId="{DA2C1E6D-711F-7DE6-59BB-559822DF2219}"/>
          </ac:spMkLst>
        </pc:spChg>
        <pc:spChg chg="add mod">
          <ac:chgData name="Sophie Anderson" userId="97fb0a72-41ca-4149-ab7f-1e64bc9695ed" providerId="ADAL" clId="{A22904AD-4F89-41FF-80F6-42C00F8376C9}" dt="2024-10-07T15:54:24.532" v="6451" actId="20577"/>
          <ac:spMkLst>
            <pc:docMk/>
            <pc:sldMk cId="1619519944" sldId="281"/>
            <ac:spMk id="12" creationId="{77FA95DF-5C41-76D4-601C-FE2332B8E93C}"/>
          </ac:spMkLst>
        </pc:spChg>
        <pc:spChg chg="add mod">
          <ac:chgData name="Sophie Anderson" userId="97fb0a72-41ca-4149-ab7f-1e64bc9695ed" providerId="ADAL" clId="{A22904AD-4F89-41FF-80F6-42C00F8376C9}" dt="2024-10-07T15:54:12.874" v="6427"/>
          <ac:spMkLst>
            <pc:docMk/>
            <pc:sldMk cId="1619519944" sldId="281"/>
            <ac:spMk id="13" creationId="{AB24A9AF-E8A0-AAD1-14BD-D4B314D3A3C4}"/>
          </ac:spMkLst>
        </pc:spChg>
        <pc:spChg chg="add mod">
          <ac:chgData name="Sophie Anderson" userId="97fb0a72-41ca-4149-ab7f-1e64bc9695ed" providerId="ADAL" clId="{A22904AD-4F89-41FF-80F6-42C00F8376C9}" dt="2024-10-07T15:54:53.300" v="6458"/>
          <ac:spMkLst>
            <pc:docMk/>
            <pc:sldMk cId="1619519944" sldId="281"/>
            <ac:spMk id="14" creationId="{1337ABBD-B255-82B9-56C6-A0868F8CC007}"/>
          </ac:spMkLst>
        </pc:spChg>
        <pc:spChg chg="del mod">
          <ac:chgData name="Sophie Anderson" userId="97fb0a72-41ca-4149-ab7f-1e64bc9695ed" providerId="ADAL" clId="{A22904AD-4F89-41FF-80F6-42C00F8376C9}" dt="2024-10-07T15:43:04.040" v="5799" actId="478"/>
          <ac:spMkLst>
            <pc:docMk/>
            <pc:sldMk cId="1619519944" sldId="281"/>
            <ac:spMk id="21" creationId="{0C205918-FA49-8709-951E-24FB52DAE846}"/>
          </ac:spMkLst>
        </pc:spChg>
        <pc:cxnChg chg="del mod">
          <ac:chgData name="Sophie Anderson" userId="97fb0a72-41ca-4149-ab7f-1e64bc9695ed" providerId="ADAL" clId="{A22904AD-4F89-41FF-80F6-42C00F8376C9}" dt="2024-10-07T15:43:07.045" v="5800" actId="478"/>
          <ac:cxnSpMkLst>
            <pc:docMk/>
            <pc:sldMk cId="1619519944" sldId="281"/>
            <ac:cxnSpMk id="23" creationId="{48A86068-D958-485F-2F69-275D23FBF5A2}"/>
          </ac:cxnSpMkLst>
        </pc:cxnChg>
      </pc:sldChg>
      <pc:sldChg chg="delSp modSp add mod">
        <pc:chgData name="Sophie Anderson" userId="97fb0a72-41ca-4149-ab7f-1e64bc9695ed" providerId="ADAL" clId="{A22904AD-4F89-41FF-80F6-42C00F8376C9}" dt="2024-10-07T15:36:58.706" v="5414" actId="1076"/>
        <pc:sldMkLst>
          <pc:docMk/>
          <pc:sldMk cId="656788839" sldId="282"/>
        </pc:sldMkLst>
        <pc:spChg chg="mod">
          <ac:chgData name="Sophie Anderson" userId="97fb0a72-41ca-4149-ab7f-1e64bc9695ed" providerId="ADAL" clId="{A22904AD-4F89-41FF-80F6-42C00F8376C9}" dt="2024-10-07T15:36:49.220" v="5409" actId="20577"/>
          <ac:spMkLst>
            <pc:docMk/>
            <pc:sldMk cId="656788839" sldId="282"/>
            <ac:spMk id="2" creationId="{1F70CADD-1F07-AE12-0FF2-9D4BA4A4A3B9}"/>
          </ac:spMkLst>
        </pc:spChg>
        <pc:grpChg chg="del">
          <ac:chgData name="Sophie Anderson" userId="97fb0a72-41ca-4149-ab7f-1e64bc9695ed" providerId="ADAL" clId="{A22904AD-4F89-41FF-80F6-42C00F8376C9}" dt="2024-10-07T15:35:47.445" v="5350" actId="478"/>
          <ac:grpSpMkLst>
            <pc:docMk/>
            <pc:sldMk cId="656788839" sldId="282"/>
            <ac:grpSpMk id="4" creationId="{7A3F9A7C-826B-CD61-14F2-15BD494007A6}"/>
          </ac:grpSpMkLst>
        </pc:grpChg>
        <pc:graphicFrameChg chg="mod modGraphic">
          <ac:chgData name="Sophie Anderson" userId="97fb0a72-41ca-4149-ab7f-1e64bc9695ed" providerId="ADAL" clId="{A22904AD-4F89-41FF-80F6-42C00F8376C9}" dt="2024-10-07T15:36:58.706" v="5414" actId="1076"/>
          <ac:graphicFrameMkLst>
            <pc:docMk/>
            <pc:sldMk cId="656788839" sldId="282"/>
            <ac:graphicFrameMk id="3" creationId="{E0B2572C-B757-0325-19DD-C573C35B5085}"/>
          </ac:graphicFrameMkLst>
        </pc:graphicFrameChg>
      </pc:sldChg>
      <pc:sldChg chg="addSp delSp modSp add mod ord">
        <pc:chgData name="Sophie Anderson" userId="97fb0a72-41ca-4149-ab7f-1e64bc9695ed" providerId="ADAL" clId="{A22904AD-4F89-41FF-80F6-42C00F8376C9}" dt="2024-10-07T16:21:36.203" v="6849"/>
        <pc:sldMkLst>
          <pc:docMk/>
          <pc:sldMk cId="870210588" sldId="283"/>
        </pc:sldMkLst>
        <pc:spChg chg="mod">
          <ac:chgData name="Sophie Anderson" userId="97fb0a72-41ca-4149-ab7f-1e64bc9695ed" providerId="ADAL" clId="{A22904AD-4F89-41FF-80F6-42C00F8376C9}" dt="2024-10-07T15:53:51.474" v="6410" actId="14100"/>
          <ac:spMkLst>
            <pc:docMk/>
            <pc:sldMk cId="870210588" sldId="283"/>
            <ac:spMk id="4" creationId="{99CBDB60-C3FE-EC11-1E52-50350CD613EF}"/>
          </ac:spMkLst>
        </pc:spChg>
        <pc:spChg chg="add del mod">
          <ac:chgData name="Sophie Anderson" userId="97fb0a72-41ca-4149-ab7f-1e64bc9695ed" providerId="ADAL" clId="{A22904AD-4F89-41FF-80F6-42C00F8376C9}" dt="2024-10-07T16:01:58.725" v="6494" actId="478"/>
          <ac:spMkLst>
            <pc:docMk/>
            <pc:sldMk cId="870210588" sldId="283"/>
            <ac:spMk id="5" creationId="{925E5D99-69EA-17D8-722E-BAA7876DB855}"/>
          </ac:spMkLst>
        </pc:spChg>
        <pc:spChg chg="add mod">
          <ac:chgData name="Sophie Anderson" userId="97fb0a72-41ca-4149-ab7f-1e64bc9695ed" providerId="ADAL" clId="{A22904AD-4F89-41FF-80F6-42C00F8376C9}" dt="2024-10-07T15:54:50.552" v="6456" actId="1076"/>
          <ac:spMkLst>
            <pc:docMk/>
            <pc:sldMk cId="870210588" sldId="283"/>
            <ac:spMk id="6" creationId="{479A24D5-DE76-CF24-CA28-934DD03C649D}"/>
          </ac:spMkLst>
        </pc:spChg>
        <pc:spChg chg="add mod">
          <ac:chgData name="Sophie Anderson" userId="97fb0a72-41ca-4149-ab7f-1e64bc9695ed" providerId="ADAL" clId="{A22904AD-4F89-41FF-80F6-42C00F8376C9}" dt="2024-10-07T15:53:43.709" v="6405" actId="404"/>
          <ac:spMkLst>
            <pc:docMk/>
            <pc:sldMk cId="870210588" sldId="283"/>
            <ac:spMk id="11" creationId="{3ACDE616-8683-D63D-DBC1-4DA83BCC1831}"/>
          </ac:spMkLst>
        </pc:spChg>
        <pc:spChg chg="add del mod">
          <ac:chgData name="Sophie Anderson" userId="97fb0a72-41ca-4149-ab7f-1e64bc9695ed" providerId="ADAL" clId="{A22904AD-4F89-41FF-80F6-42C00F8376C9}" dt="2024-10-07T16:09:11.697" v="6534" actId="478"/>
          <ac:spMkLst>
            <pc:docMk/>
            <pc:sldMk cId="870210588" sldId="283"/>
            <ac:spMk id="13" creationId="{DA9BC5B3-5C42-2BCC-B047-51EE3CD30858}"/>
          </ac:spMkLst>
        </pc:spChg>
        <pc:spChg chg="add mod">
          <ac:chgData name="Sophie Anderson" userId="97fb0a72-41ca-4149-ab7f-1e64bc9695ed" providerId="ADAL" clId="{A22904AD-4F89-41FF-80F6-42C00F8376C9}" dt="2024-10-07T16:21:36.203" v="6849"/>
          <ac:spMkLst>
            <pc:docMk/>
            <pc:sldMk cId="870210588" sldId="283"/>
            <ac:spMk id="15" creationId="{D49D2D24-E21A-EC67-526E-FE303A1958E6}"/>
          </ac:spMkLst>
        </pc:spChg>
        <pc:spChg chg="del mod">
          <ac:chgData name="Sophie Anderson" userId="97fb0a72-41ca-4149-ab7f-1e64bc9695ed" providerId="ADAL" clId="{A22904AD-4F89-41FF-80F6-42C00F8376C9}" dt="2024-10-07T16:08:49.013" v="6528" actId="478"/>
          <ac:spMkLst>
            <pc:docMk/>
            <pc:sldMk cId="870210588" sldId="283"/>
            <ac:spMk id="21" creationId="{0C205918-FA49-8709-951E-24FB52DAE846}"/>
          </ac:spMkLst>
        </pc:spChg>
        <pc:grpChg chg="del">
          <ac:chgData name="Sophie Anderson" userId="97fb0a72-41ca-4149-ab7f-1e64bc9695ed" providerId="ADAL" clId="{A22904AD-4F89-41FF-80F6-42C00F8376C9}" dt="2024-10-07T16:08:43.826" v="6526" actId="478"/>
          <ac:grpSpMkLst>
            <pc:docMk/>
            <pc:sldMk cId="870210588" sldId="283"/>
            <ac:grpSpMk id="9" creationId="{837F4B33-D9C4-E1D1-B831-5F75A163EB8B}"/>
          </ac:grpSpMkLst>
        </pc:grpChg>
        <pc:graphicFrameChg chg="add mod modGraphic">
          <ac:chgData name="Sophie Anderson" userId="97fb0a72-41ca-4149-ab7f-1e64bc9695ed" providerId="ADAL" clId="{A22904AD-4F89-41FF-80F6-42C00F8376C9}" dt="2024-10-07T16:15:36.600" v="6732" actId="14734"/>
          <ac:graphicFrameMkLst>
            <pc:docMk/>
            <pc:sldMk cId="870210588" sldId="283"/>
            <ac:graphicFrameMk id="12" creationId="{38DF4D96-8975-A29A-8BFB-9498576233A5}"/>
          </ac:graphicFrameMkLst>
        </pc:graphicFrameChg>
        <pc:graphicFrameChg chg="add mod modGraphic">
          <ac:chgData name="Sophie Anderson" userId="97fb0a72-41ca-4149-ab7f-1e64bc9695ed" providerId="ADAL" clId="{A22904AD-4F89-41FF-80F6-42C00F8376C9}" dt="2024-10-07T16:17:28.313" v="6787" actId="20577"/>
          <ac:graphicFrameMkLst>
            <pc:docMk/>
            <pc:sldMk cId="870210588" sldId="283"/>
            <ac:graphicFrameMk id="14" creationId="{76F98C4B-2F8C-F48B-C966-0AF68734C995}"/>
          </ac:graphicFrameMkLst>
        </pc:graphicFrameChg>
        <pc:cxnChg chg="del mod">
          <ac:chgData name="Sophie Anderson" userId="97fb0a72-41ca-4149-ab7f-1e64bc9695ed" providerId="ADAL" clId="{A22904AD-4F89-41FF-80F6-42C00F8376C9}" dt="2024-10-07T16:08:47.012" v="6527" actId="478"/>
          <ac:cxnSpMkLst>
            <pc:docMk/>
            <pc:sldMk cId="870210588" sldId="283"/>
            <ac:cxnSpMk id="23" creationId="{48A86068-D958-485F-2F69-275D23FBF5A2}"/>
          </ac:cxnSpMkLst>
        </pc:cxnChg>
      </pc:sldChg>
      <pc:sldChg chg="addSp delSp modSp add mod modShow">
        <pc:chgData name="Sophie Anderson" userId="97fb0a72-41ca-4149-ab7f-1e64bc9695ed" providerId="ADAL" clId="{A22904AD-4F89-41FF-80F6-42C00F8376C9}" dt="2024-10-07T16:17:44.193" v="6788" actId="729"/>
        <pc:sldMkLst>
          <pc:docMk/>
          <pc:sldMk cId="150104560" sldId="284"/>
        </pc:sldMkLst>
        <pc:spChg chg="del">
          <ac:chgData name="Sophie Anderson" userId="97fb0a72-41ca-4149-ab7f-1e64bc9695ed" providerId="ADAL" clId="{A22904AD-4F89-41FF-80F6-42C00F8376C9}" dt="2024-10-07T15:53:57.795" v="6412" actId="478"/>
          <ac:spMkLst>
            <pc:docMk/>
            <pc:sldMk cId="150104560" sldId="284"/>
            <ac:spMk id="4" creationId="{99CBDB60-C3FE-EC11-1E52-50350CD613EF}"/>
          </ac:spMkLst>
        </pc:spChg>
        <pc:spChg chg="add mod">
          <ac:chgData name="Sophie Anderson" userId="97fb0a72-41ca-4149-ab7f-1e64bc9695ed" providerId="ADAL" clId="{A22904AD-4F89-41FF-80F6-42C00F8376C9}" dt="2024-10-07T15:55:17.857" v="6460" actId="1076"/>
          <ac:spMkLst>
            <pc:docMk/>
            <pc:sldMk cId="150104560" sldId="284"/>
            <ac:spMk id="5" creationId="{1829FA62-5F92-59E9-A89B-D94126E462C1}"/>
          </ac:spMkLst>
        </pc:spChg>
        <pc:spChg chg="add del mod">
          <ac:chgData name="Sophie Anderson" userId="97fb0a72-41ca-4149-ab7f-1e64bc9695ed" providerId="ADAL" clId="{A22904AD-4F89-41FF-80F6-42C00F8376C9}" dt="2024-10-07T15:53:56.451" v="6411" actId="478"/>
          <ac:spMkLst>
            <pc:docMk/>
            <pc:sldMk cId="150104560" sldId="284"/>
            <ac:spMk id="6" creationId="{3A96CCEB-7565-7DE7-6F46-BBFE3B3A4F90}"/>
          </ac:spMkLst>
        </pc:spChg>
        <pc:spChg chg="mod">
          <ac:chgData name="Sophie Anderson" userId="97fb0a72-41ca-4149-ab7f-1e64bc9695ed" providerId="ADAL" clId="{A22904AD-4F89-41FF-80F6-42C00F8376C9}" dt="2024-10-07T15:48:41.946" v="6150" actId="14100"/>
          <ac:spMkLst>
            <pc:docMk/>
            <pc:sldMk cId="150104560" sldId="284"/>
            <ac:spMk id="8" creationId="{F134FA4A-CF95-0E7A-82D0-E46B901ECAB0}"/>
          </ac:spMkLst>
        </pc:spChg>
        <pc:spChg chg="add mod">
          <ac:chgData name="Sophie Anderson" userId="97fb0a72-41ca-4149-ab7f-1e64bc9695ed" providerId="ADAL" clId="{A22904AD-4F89-41FF-80F6-42C00F8376C9}" dt="2024-10-07T15:54:03.140" v="6424" actId="20577"/>
          <ac:spMkLst>
            <pc:docMk/>
            <pc:sldMk cId="150104560" sldId="284"/>
            <ac:spMk id="10" creationId="{E28FF7E7-8185-D9DE-36AB-C8086EFF7EDA}"/>
          </ac:spMkLst>
        </pc:spChg>
        <pc:spChg chg="del">
          <ac:chgData name="Sophie Anderson" userId="97fb0a72-41ca-4149-ab7f-1e64bc9695ed" providerId="ADAL" clId="{A22904AD-4F89-41FF-80F6-42C00F8376C9}" dt="2024-10-07T15:48:42.646" v="6151" actId="478"/>
          <ac:spMkLst>
            <pc:docMk/>
            <pc:sldMk cId="150104560" sldId="284"/>
            <ac:spMk id="11" creationId="{DA2C1E6D-711F-7DE6-59BB-559822DF2219}"/>
          </ac:spMkLst>
        </pc:spChg>
        <pc:spChg chg="add mod">
          <ac:chgData name="Sophie Anderson" userId="97fb0a72-41ca-4149-ab7f-1e64bc9695ed" providerId="ADAL" clId="{A22904AD-4F89-41FF-80F6-42C00F8376C9}" dt="2024-10-07T15:53:58.710" v="6413"/>
          <ac:spMkLst>
            <pc:docMk/>
            <pc:sldMk cId="150104560" sldId="284"/>
            <ac:spMk id="12" creationId="{F09B6743-8671-27D5-382B-85FF18FB4406}"/>
          </ac:spMkLst>
        </pc:spChg>
        <pc:spChg chg="add mod">
          <ac:chgData name="Sophie Anderson" userId="97fb0a72-41ca-4149-ab7f-1e64bc9695ed" providerId="ADAL" clId="{A22904AD-4F89-41FF-80F6-42C00F8376C9}" dt="2024-10-07T15:54:52.432" v="6457"/>
          <ac:spMkLst>
            <pc:docMk/>
            <pc:sldMk cId="150104560" sldId="284"/>
            <ac:spMk id="13" creationId="{33705953-3D29-0FE1-EB2C-2E59B06F71BF}"/>
          </ac:spMkLst>
        </pc:spChg>
      </pc:sldChg>
      <pc:sldChg chg="addSp delSp modSp add mod">
        <pc:chgData name="Sophie Anderson" userId="97fb0a72-41ca-4149-ab7f-1e64bc9695ed" providerId="ADAL" clId="{A22904AD-4F89-41FF-80F6-42C00F8376C9}" dt="2024-10-07T16:21:35.322" v="6848"/>
        <pc:sldMkLst>
          <pc:docMk/>
          <pc:sldMk cId="2953186409" sldId="285"/>
        </pc:sldMkLst>
        <pc:spChg chg="add del mod">
          <ac:chgData name="Sophie Anderson" userId="97fb0a72-41ca-4149-ab7f-1e64bc9695ed" providerId="ADAL" clId="{A22904AD-4F89-41FF-80F6-42C00F8376C9}" dt="2024-10-07T16:13:56.771" v="6694" actId="478"/>
          <ac:spMkLst>
            <pc:docMk/>
            <pc:sldMk cId="2953186409" sldId="285"/>
            <ac:spMk id="7" creationId="{12EB5937-6D16-C313-3126-31A480ED56C9}"/>
          </ac:spMkLst>
        </pc:spChg>
        <pc:spChg chg="add del mod">
          <ac:chgData name="Sophie Anderson" userId="97fb0a72-41ca-4149-ab7f-1e64bc9695ed" providerId="ADAL" clId="{A22904AD-4F89-41FF-80F6-42C00F8376C9}" dt="2024-10-07T16:15:59.283" v="6765" actId="478"/>
          <ac:spMkLst>
            <pc:docMk/>
            <pc:sldMk cId="2953186409" sldId="285"/>
            <ac:spMk id="9" creationId="{7A6A8F5D-5168-BE43-4753-6269423C302D}"/>
          </ac:spMkLst>
        </pc:spChg>
        <pc:spChg chg="add mod">
          <ac:chgData name="Sophie Anderson" userId="97fb0a72-41ca-4149-ab7f-1e64bc9695ed" providerId="ADAL" clId="{A22904AD-4F89-41FF-80F6-42C00F8376C9}" dt="2024-10-07T16:21:35.322" v="6848"/>
          <ac:spMkLst>
            <pc:docMk/>
            <pc:sldMk cId="2953186409" sldId="285"/>
            <ac:spMk id="10" creationId="{3DAE6858-17B1-1F19-9332-A09B27814D43}"/>
          </ac:spMkLst>
        </pc:spChg>
        <pc:graphicFrameChg chg="add del mod">
          <ac:chgData name="Sophie Anderson" userId="97fb0a72-41ca-4149-ab7f-1e64bc9695ed" providerId="ADAL" clId="{A22904AD-4F89-41FF-80F6-42C00F8376C9}" dt="2024-10-07T16:13:56.771" v="6694" actId="478"/>
          <ac:graphicFrameMkLst>
            <pc:docMk/>
            <pc:sldMk cId="2953186409" sldId="285"/>
            <ac:graphicFrameMk id="5" creationId="{0245302E-C86E-8B57-13F9-A54DE304CF15}"/>
          </ac:graphicFrameMkLst>
        </pc:graphicFrameChg>
        <pc:graphicFrameChg chg="add del mod">
          <ac:chgData name="Sophie Anderson" userId="97fb0a72-41ca-4149-ab7f-1e64bc9695ed" providerId="ADAL" clId="{A22904AD-4F89-41FF-80F6-42C00F8376C9}" dt="2024-10-07T16:15:57.526" v="6764" actId="478"/>
          <ac:graphicFrameMkLst>
            <pc:docMk/>
            <pc:sldMk cId="2953186409" sldId="285"/>
            <ac:graphicFrameMk id="8" creationId="{BDB4187E-1E23-2D27-2F82-B1EC2C5C2EE2}"/>
          </ac:graphicFrameMkLst>
        </pc:graphicFrameChg>
        <pc:graphicFrameChg chg="mod modGraphic">
          <ac:chgData name="Sophie Anderson" userId="97fb0a72-41ca-4149-ab7f-1e64bc9695ed" providerId="ADAL" clId="{A22904AD-4F89-41FF-80F6-42C00F8376C9}" dt="2024-10-07T16:15:54.307" v="6763" actId="1035"/>
          <ac:graphicFrameMkLst>
            <pc:docMk/>
            <pc:sldMk cId="2953186409" sldId="285"/>
            <ac:graphicFrameMk id="12" creationId="{38DF4D96-8975-A29A-8BFB-9498576233A5}"/>
          </ac:graphicFrameMkLst>
        </pc:graphicFrameChg>
        <pc:graphicFrameChg chg="mod modGraphic">
          <ac:chgData name="Sophie Anderson" userId="97fb0a72-41ca-4149-ab7f-1e64bc9695ed" providerId="ADAL" clId="{A22904AD-4F89-41FF-80F6-42C00F8376C9}" dt="2024-10-07T16:15:47.905" v="6750" actId="1036"/>
          <ac:graphicFrameMkLst>
            <pc:docMk/>
            <pc:sldMk cId="2953186409" sldId="285"/>
            <ac:graphicFrameMk id="14" creationId="{76F98C4B-2F8C-F48B-C966-0AF68734C995}"/>
          </ac:graphicFrameMkLst>
        </pc:graphicFrameChg>
      </pc:sldChg>
      <pc:sldChg chg="addSp delSp modSp add mod">
        <pc:chgData name="Sophie Anderson" userId="97fb0a72-41ca-4149-ab7f-1e64bc9695ed" providerId="ADAL" clId="{A22904AD-4F89-41FF-80F6-42C00F8376C9}" dt="2024-10-07T16:21:32.935" v="6847" actId="166"/>
        <pc:sldMkLst>
          <pc:docMk/>
          <pc:sldMk cId="2433140389" sldId="286"/>
        </pc:sldMkLst>
        <pc:spChg chg="mod ord">
          <ac:chgData name="Sophie Anderson" userId="97fb0a72-41ca-4149-ab7f-1e64bc9695ed" providerId="ADAL" clId="{A22904AD-4F89-41FF-80F6-42C00F8376C9}" dt="2024-10-07T16:21:32.935" v="6847" actId="166"/>
          <ac:spMkLst>
            <pc:docMk/>
            <pc:sldMk cId="2433140389" sldId="286"/>
            <ac:spMk id="6" creationId="{479A24D5-DE76-CF24-CA28-934DD03C649D}"/>
          </ac:spMkLst>
        </pc:spChg>
        <pc:graphicFrameChg chg="add mod modGraphic">
          <ac:chgData name="Sophie Anderson" userId="97fb0a72-41ca-4149-ab7f-1e64bc9695ed" providerId="ADAL" clId="{A22904AD-4F89-41FF-80F6-42C00F8376C9}" dt="2024-10-07T16:21:16.012" v="6845" actId="108"/>
          <ac:graphicFrameMkLst>
            <pc:docMk/>
            <pc:sldMk cId="2433140389" sldId="286"/>
            <ac:graphicFrameMk id="5" creationId="{48779704-E845-5D24-0934-FF57BD95DE0F}"/>
          </ac:graphicFrameMkLst>
        </pc:graphicFrameChg>
        <pc:graphicFrameChg chg="mod modGraphic">
          <ac:chgData name="Sophie Anderson" userId="97fb0a72-41ca-4149-ab7f-1e64bc9695ed" providerId="ADAL" clId="{A22904AD-4F89-41FF-80F6-42C00F8376C9}" dt="2024-10-07T16:21:13.603" v="6844"/>
          <ac:graphicFrameMkLst>
            <pc:docMk/>
            <pc:sldMk cId="2433140389" sldId="286"/>
            <ac:graphicFrameMk id="12" creationId="{38DF4D96-8975-A29A-8BFB-9498576233A5}"/>
          </ac:graphicFrameMkLst>
        </pc:graphicFrameChg>
        <pc:graphicFrameChg chg="del">
          <ac:chgData name="Sophie Anderson" userId="97fb0a72-41ca-4149-ab7f-1e64bc9695ed" providerId="ADAL" clId="{A22904AD-4F89-41FF-80F6-42C00F8376C9}" dt="2024-10-07T16:19:00.887" v="6792" actId="478"/>
          <ac:graphicFrameMkLst>
            <pc:docMk/>
            <pc:sldMk cId="2433140389" sldId="286"/>
            <ac:graphicFrameMk id="14" creationId="{76F98C4B-2F8C-F48B-C966-0AF68734C995}"/>
          </ac:graphicFrameMkLst>
        </pc:graphicFrameChg>
      </pc:sldChg>
    </pc:docChg>
  </pc:docChgLst>
</pc:chgInfo>
</file>

<file path=ppt/comments/modernComment_10B_2F7C1CE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817CC6F-6CFF-468E-93B5-CDC90529A0CE}" authorId="{8B625525-B39D-08A0-6F82-1CAB947C3CE8}" created="2024-10-07T08:46:21.92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796663017" sldId="267"/>
      <ac:spMk id="5" creationId="{635F1C6C-C07C-90B1-8EEC-7B618B10BD25}"/>
    </ac:deMkLst>
    <p188:txBody>
      <a:bodyPr/>
      <a:lstStyle/>
      <a:p>
        <a:r>
          <a:rPr lang="en-GB"/>
          <a:t>Q - so, is it up to the documentation to explain to users what arguments we need to pass through?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85626C0-73C2-4A47-B291-FC82F86CA5F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8EB467-DF4E-4D5D-9DD4-3282E32730C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A2A751-6888-460B-A98D-633C6EB3ADD1}" type="datetime1">
              <a:rPr lang="en-GB" smtClean="0"/>
              <a:t>07/10/2024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3118DD-3ACF-4AFE-B30A-C76991C459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649BE1-BBAC-4037-9952-E7CACCB03A8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FB7CF1-78D6-443C-8FBF-C9779BCD5D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045765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3DE2B3-314B-4823-8898-A405E40B4D95}" type="datetime1">
              <a:rPr lang="en-GB" noProof="0" smtClean="0"/>
              <a:t>07/10/2024</a:t>
            </a:fld>
            <a:endParaRPr lang="en-GB" noProof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noProof="0"/>
              <a:t>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D8E63B-9FFA-4EE9-89AA-03BB306665D8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2407869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rtlCol="0"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45E6945-0D46-47ED-B7DB-B15B072AE87B}" type="datetime1">
              <a:rPr lang="en-GB" noProof="0" smtClean="0"/>
              <a:t>07/10/2024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354660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3D4AD51-6EAC-44C2-BC48-777487346C6A}" type="datetime1">
              <a:rPr lang="en-GB" noProof="0" smtClean="0"/>
              <a:t>07/10/2024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81794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rtlCol="0" anchor="b">
            <a:normAutofit/>
          </a:bodyPr>
          <a:lstStyle>
            <a:lvl1pPr>
              <a:defRPr sz="5900" b="0" spc="-100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rtlCol="0"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40941F9-69A4-400F-AD1B-EA8D7D1430A2}" type="datetime1">
              <a:rPr lang="en-GB" noProof="0" smtClean="0"/>
              <a:t>07/10/2024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10662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 rtlCol="0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 rtlCol="0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A0BD96B-E2DC-4583-B122-27859C6FE2A0}" type="datetime1">
              <a:rPr lang="en-GB" noProof="0" smtClean="0"/>
              <a:t>07/10/2024</a:t>
            </a:fld>
            <a:endParaRPr lang="en-GB" noProof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413777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rtlCol="0"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 rtlCol="0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rtlCol="0"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 rtlCol="0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9359416-1519-47E2-8FD7-7BC4F2F463E6}" type="datetime1">
              <a:rPr lang="en-GB" noProof="0" smtClean="0"/>
              <a:t>07/10/2024</a:t>
            </a:fld>
            <a:endParaRPr lang="en-GB" noProof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94660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5555351-382A-4E13-AFEF-8F911A9E7A98}" type="datetime1">
              <a:rPr lang="en-GB" noProof="0" smtClean="0"/>
              <a:t>07/10/2024</a:t>
            </a:fld>
            <a:endParaRPr lang="en-GB" noProof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632046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5EB091D-9063-445B-84E3-8784F1F130EC}" type="datetime1">
              <a:rPr lang="en-GB" noProof="0" smtClean="0"/>
              <a:t>07/10/2024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164920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rtlCol="0" anchor="b">
            <a:normAutofit/>
          </a:bodyPr>
          <a:lstStyle>
            <a:lvl1pPr>
              <a:defRPr sz="3200" b="0" baseline="0"/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6981" y="1852122"/>
            <a:ext cx="2458230" cy="2008678"/>
          </a:xfrm>
        </p:spPr>
        <p:txBody>
          <a:bodyPr rtlCol="0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17093C6-88D4-4C78-90FB-4320A75385BB}" type="datetime1">
              <a:rPr lang="en-GB" noProof="0" smtClean="0"/>
              <a:t>07/10/2024</a:t>
            </a:fld>
            <a:endParaRPr lang="en-GB" noProof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7B0DF2F-DAFD-4616-9E25-0C28D75BF30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491805" y="1852122"/>
            <a:ext cx="2458230" cy="2008678"/>
          </a:xfrm>
        </p:spPr>
        <p:txBody>
          <a:bodyPr rtlCol="0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36DA0F9-D851-437C-A45B-EC125A3D3DB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9076629" y="1852122"/>
            <a:ext cx="2458230" cy="2008678"/>
          </a:xfrm>
        </p:spPr>
        <p:txBody>
          <a:bodyPr rtlCol="0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FF0BA98-3AB4-4D88-B1C2-6279BCACFAD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87792" y="3971924"/>
            <a:ext cx="2477419" cy="803275"/>
          </a:xfrm>
        </p:spPr>
        <p:txBody>
          <a:bodyPr rtlCol="0"/>
          <a:lstStyle>
            <a:lvl1pPr marL="0" indent="0">
              <a:buNone/>
              <a:defRPr/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D9DEF72B-B924-4A0D-8C83-3B370632C0D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72616" y="3971925"/>
            <a:ext cx="2477419" cy="803275"/>
          </a:xfrm>
        </p:spPr>
        <p:txBody>
          <a:bodyPr rtlCol="0"/>
          <a:lstStyle>
            <a:lvl1pPr marL="0" indent="0">
              <a:buNone/>
              <a:defRPr/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E9D30C54-E9E8-4300-8DA4-352DB3A71A4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070240" y="3971924"/>
            <a:ext cx="2458230" cy="803275"/>
          </a:xfrm>
        </p:spPr>
        <p:txBody>
          <a:bodyPr rtlCol="0"/>
          <a:lstStyle>
            <a:lvl1pPr marL="0" indent="0">
              <a:buNone/>
              <a:defRPr/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75080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rtlCol="0" anchor="b">
            <a:normAutofit/>
          </a:bodyPr>
          <a:lstStyle>
            <a:lvl1pPr>
              <a:defRPr sz="3200" b="0"/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D2D1154-836B-43F6-B510-C59F1207CF89}" type="datetime1">
              <a:rPr lang="en-GB" noProof="0" smtClean="0"/>
              <a:t>07/10/2024</a:t>
            </a:fld>
            <a:endParaRPr lang="en-GB" noProof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059410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95D0C2B-D550-4151-AF6D-710FD77425B0}" type="datetime1">
              <a:rPr lang="en-GB" noProof="0" smtClean="0"/>
              <a:t>07/10/2024</a:t>
            </a:fld>
            <a:endParaRPr lang="en-GB" noProof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943974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 rtlCol="0"/>
          <a:lstStyle/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rtlCol="0" anchor="t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C0FC174-D677-49F9-81CE-4AEA3802619B}" type="datetime1">
              <a:rPr lang="en-GB" noProof="0" smtClean="0"/>
              <a:t>07/10/2024</a:t>
            </a:fld>
            <a:endParaRPr lang="en-GB" noProof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19719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rtl="0"/>
            <a:fld id="{325D7494-370F-4B5B-B556-9A8AF97D7D49}" type="datetime1">
              <a:rPr lang="en-GB" noProof="0" smtClean="0"/>
              <a:t>07/10/2024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pPr rtl="0"/>
            <a:fld id="{4FAB73BC-B049-4115-A692-8D63A059BFB8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35939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B_2F7C1CE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63CDF66-82C8-E6D2-529E-84C0BCFC0D57}"/>
              </a:ext>
            </a:extLst>
          </p:cNvPr>
          <p:cNvSpPr/>
          <p:nvPr/>
        </p:nvSpPr>
        <p:spPr>
          <a:xfrm>
            <a:off x="2950029" y="4568752"/>
            <a:ext cx="9241971" cy="12083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9F0F5C-318E-3297-B6C1-DCEFD84365E7}"/>
              </a:ext>
            </a:extLst>
          </p:cNvPr>
          <p:cNvSpPr txBox="1"/>
          <p:nvPr/>
        </p:nvSpPr>
        <p:spPr>
          <a:xfrm>
            <a:off x="3467100" y="4844408"/>
            <a:ext cx="52578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8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Functions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6B7AD9-5512-763D-544C-7BA81C62F239}"/>
              </a:ext>
            </a:extLst>
          </p:cNvPr>
          <p:cNvSpPr/>
          <p:nvPr/>
        </p:nvSpPr>
        <p:spPr>
          <a:xfrm>
            <a:off x="0" y="331971"/>
            <a:ext cx="2950029" cy="49859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A41EA8-92E8-5135-F3E5-9AA069C72FC9}"/>
              </a:ext>
            </a:extLst>
          </p:cNvPr>
          <p:cNvSpPr/>
          <p:nvPr/>
        </p:nvSpPr>
        <p:spPr>
          <a:xfrm>
            <a:off x="2950029" y="5943073"/>
            <a:ext cx="9241971" cy="1991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453AE3-A345-6AC3-2CE5-8B9752D6092E}"/>
              </a:ext>
            </a:extLst>
          </p:cNvPr>
          <p:cNvSpPr txBox="1"/>
          <p:nvPr/>
        </p:nvSpPr>
        <p:spPr>
          <a:xfrm>
            <a:off x="359229" y="968828"/>
            <a:ext cx="24601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bg2">
                    <a:lumMod val="50000"/>
                  </a:schemeClr>
                </a:solidFill>
              </a:rPr>
              <a:t>Defining functions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bg2">
                    <a:lumMod val="50000"/>
                  </a:schemeClr>
                </a:solidFill>
              </a:rPr>
              <a:t>Function conventions</a:t>
            </a:r>
          </a:p>
        </p:txBody>
      </p:sp>
    </p:spTree>
    <p:extLst>
      <p:ext uri="{BB962C8B-B14F-4D97-AF65-F5344CB8AC3E}">
        <p14:creationId xmlns:p14="http://schemas.microsoft.com/office/powerpoint/2010/main" val="2305935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4490E2-81E2-CF54-A164-6A3C05DDF1E6}"/>
              </a:ext>
            </a:extLst>
          </p:cNvPr>
          <p:cNvSpPr/>
          <p:nvPr/>
        </p:nvSpPr>
        <p:spPr>
          <a:xfrm>
            <a:off x="-1" y="740229"/>
            <a:ext cx="9111343" cy="535577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571950-9E66-E274-D4F3-0A45E0865102}"/>
              </a:ext>
            </a:extLst>
          </p:cNvPr>
          <p:cNvSpPr/>
          <p:nvPr/>
        </p:nvSpPr>
        <p:spPr>
          <a:xfrm>
            <a:off x="9307286" y="751113"/>
            <a:ext cx="2884714" cy="535577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CBDB60-C3FE-EC11-1E52-50350CD613EF}"/>
              </a:ext>
            </a:extLst>
          </p:cNvPr>
          <p:cNvSpPr txBox="1"/>
          <p:nvPr/>
        </p:nvSpPr>
        <p:spPr>
          <a:xfrm>
            <a:off x="9507980" y="1052512"/>
            <a:ext cx="2368334" cy="47529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lang="en-GB" sz="3000" b="1" dirty="0">
                <a:solidFill>
                  <a:schemeClr val="tx2"/>
                </a:solidFill>
              </a:rPr>
              <a:t>Functions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GB" sz="1600" dirty="0">
                <a:solidFill>
                  <a:schemeClr val="tx2"/>
                </a:solidFill>
              </a:rPr>
              <a:t>Keyword: </a:t>
            </a:r>
            <a:r>
              <a:rPr lang="en-GB" sz="1600" b="1" dirty="0">
                <a:solidFill>
                  <a:schemeClr val="accent2">
                    <a:lumMod val="75000"/>
                  </a:schemeClr>
                </a:solidFill>
              </a:rPr>
              <a:t>def</a:t>
            </a:r>
          </a:p>
          <a:p>
            <a:pPr marL="285750" indent="-285750">
              <a:lnSpc>
                <a:spcPct val="12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2"/>
                </a:solidFill>
              </a:rPr>
              <a:t>Functions allow you to reuse code by defining a block that performs a specific task. </a:t>
            </a:r>
          </a:p>
          <a:p>
            <a:pPr marL="285750" indent="-285750">
              <a:lnSpc>
                <a:spcPct val="12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2"/>
                </a:solidFill>
              </a:rPr>
              <a:t>Functions accept input values (arguments), process them, and return an output, simplifying complex operations and reducing repetition in your code.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endParaRPr lang="en-GB" sz="1600" dirty="0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  <a:spcAft>
                <a:spcPts val="1000"/>
              </a:spcAft>
            </a:pPr>
            <a:endParaRPr lang="en-GB" sz="16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37F4B33-D9C4-E1D1-B831-5F75A163EB8B}"/>
              </a:ext>
            </a:extLst>
          </p:cNvPr>
          <p:cNvGrpSpPr/>
          <p:nvPr/>
        </p:nvGrpSpPr>
        <p:grpSpPr>
          <a:xfrm>
            <a:off x="315686" y="965883"/>
            <a:ext cx="8512628" cy="2189755"/>
            <a:chOff x="565214" y="1151196"/>
            <a:chExt cx="5159828" cy="218975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B3D844D-6D8E-23CA-E162-CB69DAEC4A76}"/>
                </a:ext>
              </a:extLst>
            </p:cNvPr>
            <p:cNvSpPr/>
            <p:nvPr/>
          </p:nvSpPr>
          <p:spPr>
            <a:xfrm>
              <a:off x="565214" y="1151196"/>
              <a:ext cx="5159828" cy="43542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1400" dirty="0">
                  <a:solidFill>
                    <a:schemeClr val="tx1">
                      <a:lumMod val="25000"/>
                      <a:lumOff val="75000"/>
                    </a:schemeClr>
                  </a:solidFill>
                </a:rPr>
                <a:t>Python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134FA4A-CF95-0E7A-82D0-E46B901ECAB0}"/>
                </a:ext>
              </a:extLst>
            </p:cNvPr>
            <p:cNvSpPr/>
            <p:nvPr/>
          </p:nvSpPr>
          <p:spPr>
            <a:xfrm>
              <a:off x="565214" y="1586625"/>
              <a:ext cx="5159828" cy="1754326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1400" dirty="0">
                  <a:solidFill>
                    <a:schemeClr val="bg1">
                      <a:lumMod val="50000"/>
                    </a:schemeClr>
                  </a:solidFill>
                </a:rPr>
                <a:t>#Step 1: define function</a:t>
              </a:r>
            </a:p>
            <a:p>
              <a:r>
                <a:rPr lang="en-GB" sz="1400" dirty="0">
                  <a:solidFill>
                    <a:schemeClr val="accent2">
                      <a:lumMod val="75000"/>
                    </a:schemeClr>
                  </a:solidFill>
                </a:rPr>
                <a:t>def</a:t>
              </a:r>
              <a:r>
                <a:rPr lang="en-GB" sz="1400" dirty="0"/>
                <a:t> </a:t>
              </a:r>
              <a:r>
                <a:rPr lang="en-GB" sz="1400" dirty="0" err="1">
                  <a:solidFill>
                    <a:schemeClr val="accent3"/>
                  </a:solidFill>
                </a:rPr>
                <a:t>function_name</a:t>
              </a:r>
              <a:r>
                <a:rPr lang="en-GB" sz="1400" dirty="0">
                  <a:solidFill>
                    <a:schemeClr val="tx1">
                      <a:lumMod val="25000"/>
                      <a:lumOff val="75000"/>
                    </a:schemeClr>
                  </a:solidFill>
                </a:rPr>
                <a:t>(arguments):</a:t>
              </a:r>
            </a:p>
            <a:p>
              <a:r>
                <a:rPr lang="en-GB" sz="1400" dirty="0"/>
                <a:t>	</a:t>
              </a:r>
              <a:r>
                <a:rPr lang="en-GB" sz="1400" dirty="0">
                  <a:solidFill>
                    <a:schemeClr val="bg1">
                      <a:lumMod val="50000"/>
                    </a:schemeClr>
                  </a:solidFill>
                </a:rPr>
                <a:t>#code block – do something</a:t>
              </a:r>
            </a:p>
            <a:p>
              <a:r>
                <a:rPr lang="en-GB" sz="1400" dirty="0"/>
                <a:t>	</a:t>
              </a:r>
              <a:r>
                <a:rPr lang="en-GB" sz="1400" dirty="0">
                  <a:solidFill>
                    <a:schemeClr val="accent2">
                      <a:lumMod val="75000"/>
                    </a:schemeClr>
                  </a:solidFill>
                </a:rPr>
                <a:t>return</a:t>
              </a:r>
              <a:r>
                <a:rPr lang="en-GB" sz="1400" dirty="0"/>
                <a:t> </a:t>
              </a:r>
              <a:r>
                <a:rPr lang="en-GB" sz="1400" dirty="0" err="1">
                  <a:solidFill>
                    <a:schemeClr val="tx1">
                      <a:lumMod val="25000"/>
                      <a:lumOff val="75000"/>
                    </a:schemeClr>
                  </a:solidFill>
                </a:rPr>
                <a:t>output_variable</a:t>
              </a:r>
              <a:endParaRPr lang="en-GB" sz="1400" dirty="0">
                <a:solidFill>
                  <a:schemeClr val="tx1">
                    <a:lumMod val="25000"/>
                    <a:lumOff val="75000"/>
                  </a:schemeClr>
                </a:solidFill>
              </a:endParaRPr>
            </a:p>
            <a:p>
              <a:endParaRPr lang="en-GB" sz="1400" dirty="0">
                <a:solidFill>
                  <a:schemeClr val="tx1">
                    <a:lumMod val="25000"/>
                    <a:lumOff val="75000"/>
                  </a:schemeClr>
                </a:solidFill>
              </a:endParaRPr>
            </a:p>
            <a:p>
              <a:r>
                <a:rPr lang="en-GB" sz="1400" dirty="0">
                  <a:solidFill>
                    <a:schemeClr val="bg1">
                      <a:lumMod val="50000"/>
                    </a:schemeClr>
                  </a:solidFill>
                </a:rPr>
                <a:t>#Step 2: use function by calling it and inputting your arguments</a:t>
              </a:r>
            </a:p>
            <a:p>
              <a:r>
                <a:rPr lang="en-GB" sz="1400" dirty="0" err="1">
                  <a:solidFill>
                    <a:schemeClr val="accent3"/>
                  </a:solidFill>
                </a:rPr>
                <a:t>function_name</a:t>
              </a:r>
              <a:r>
                <a:rPr lang="en-GB" sz="1400" dirty="0">
                  <a:solidFill>
                    <a:schemeClr val="tx1">
                      <a:lumMod val="25000"/>
                      <a:lumOff val="75000"/>
                    </a:schemeClr>
                  </a:solidFill>
                </a:rPr>
                <a:t>(arguments)</a:t>
              </a:r>
            </a:p>
            <a:p>
              <a:endParaRPr lang="en-GB" sz="1400" dirty="0">
                <a:solidFill>
                  <a:schemeClr val="tx1">
                    <a:lumMod val="25000"/>
                    <a:lumOff val="75000"/>
                  </a:schemeClr>
                </a:solidFill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0C205918-FA49-8709-951E-24FB52DAE846}"/>
              </a:ext>
            </a:extLst>
          </p:cNvPr>
          <p:cNvSpPr txBox="1"/>
          <p:nvPr/>
        </p:nvSpPr>
        <p:spPr>
          <a:xfrm>
            <a:off x="2136808" y="3427735"/>
            <a:ext cx="662412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chemeClr val="tx2"/>
                </a:solidFill>
              </a:rPr>
              <a:t>Functions are first class objects in python, which means they can be assigned to variables, stored in data structures, passed as an argument or returned from a function.</a:t>
            </a:r>
          </a:p>
          <a:p>
            <a:endParaRPr lang="en-GB" sz="1600" b="1" dirty="0">
              <a:solidFill>
                <a:schemeClr val="tx2"/>
              </a:solidFill>
            </a:endParaRPr>
          </a:p>
          <a:p>
            <a:r>
              <a:rPr lang="en-GB" sz="1600" b="1" dirty="0">
                <a:solidFill>
                  <a:schemeClr val="tx2"/>
                </a:solidFill>
              </a:rPr>
              <a:t>Five arguments types to consider when creating and using functions: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tx2"/>
                </a:solidFill>
              </a:rPr>
              <a:t>Positional</a:t>
            </a:r>
            <a:r>
              <a:rPr lang="en-GB" sz="1400" dirty="0">
                <a:solidFill>
                  <a:schemeClr val="tx2"/>
                </a:solidFill>
              </a:rPr>
              <a:t> arguments are passed in the order they appear in the function.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tx2"/>
                </a:solidFill>
              </a:rPr>
              <a:t>Keyword </a:t>
            </a:r>
            <a:r>
              <a:rPr lang="en-GB" sz="1400" dirty="0">
                <a:solidFill>
                  <a:schemeClr val="tx2"/>
                </a:solidFill>
              </a:rPr>
              <a:t>arguments are passed with their names, order-independent.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tx2"/>
                </a:solidFill>
              </a:rPr>
              <a:t>Optional </a:t>
            </a:r>
            <a:r>
              <a:rPr lang="en-GB" sz="1400" dirty="0">
                <a:solidFill>
                  <a:schemeClr val="tx2"/>
                </a:solidFill>
              </a:rPr>
              <a:t>arguments have default values set, which mean the inputs can be omitted in the function call.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tx2"/>
                </a:solidFill>
              </a:rPr>
              <a:t>*</a:t>
            </a:r>
            <a:r>
              <a:rPr lang="en-GB" sz="1400" b="1" dirty="0" err="1">
                <a:solidFill>
                  <a:schemeClr val="tx2"/>
                </a:solidFill>
              </a:rPr>
              <a:t>args</a:t>
            </a:r>
            <a:r>
              <a:rPr lang="en-GB" sz="1400" dirty="0">
                <a:solidFill>
                  <a:schemeClr val="tx2"/>
                </a:solidFill>
              </a:rPr>
              <a:t> accepts multiple positional arguments, packed as a tuple.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tx2"/>
                </a:solidFill>
              </a:rPr>
              <a:t>**</a:t>
            </a:r>
            <a:r>
              <a:rPr lang="en-GB" sz="1400" b="1" dirty="0" err="1">
                <a:solidFill>
                  <a:schemeClr val="tx2"/>
                </a:solidFill>
              </a:rPr>
              <a:t>kwargs</a:t>
            </a:r>
            <a:r>
              <a:rPr lang="en-GB" sz="1400" b="1" dirty="0">
                <a:solidFill>
                  <a:schemeClr val="tx2"/>
                </a:solidFill>
              </a:rPr>
              <a:t> </a:t>
            </a:r>
            <a:r>
              <a:rPr lang="en-GB" sz="1400" dirty="0">
                <a:solidFill>
                  <a:schemeClr val="tx2"/>
                </a:solidFill>
              </a:rPr>
              <a:t>accepts multiple keyword arguments, packed as a dictionary.</a:t>
            </a:r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48A86068-D958-485F-2F69-275D23FBF5A2}"/>
              </a:ext>
            </a:extLst>
          </p:cNvPr>
          <p:cNvCxnSpPr>
            <a:cxnSpLocks/>
            <a:endCxn id="21" idx="1"/>
          </p:cNvCxnSpPr>
          <p:nvPr/>
        </p:nvCxnSpPr>
        <p:spPr>
          <a:xfrm rot="16200000" flipH="1">
            <a:off x="1188576" y="3633665"/>
            <a:ext cx="1636580" cy="259884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3339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4490E2-81E2-CF54-A164-6A3C05DDF1E6}"/>
              </a:ext>
            </a:extLst>
          </p:cNvPr>
          <p:cNvSpPr/>
          <p:nvPr/>
        </p:nvSpPr>
        <p:spPr>
          <a:xfrm>
            <a:off x="-1" y="740229"/>
            <a:ext cx="9111343" cy="535577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571950-9E66-E274-D4F3-0A45E0865102}"/>
              </a:ext>
            </a:extLst>
          </p:cNvPr>
          <p:cNvSpPr/>
          <p:nvPr/>
        </p:nvSpPr>
        <p:spPr>
          <a:xfrm>
            <a:off x="9307286" y="751113"/>
            <a:ext cx="2884714" cy="535577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CBDB60-C3FE-EC11-1E52-50350CD613EF}"/>
              </a:ext>
            </a:extLst>
          </p:cNvPr>
          <p:cNvSpPr txBox="1"/>
          <p:nvPr/>
        </p:nvSpPr>
        <p:spPr>
          <a:xfrm>
            <a:off x="9507980" y="1052512"/>
            <a:ext cx="2368334" cy="47529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lang="en-GB" sz="3000" b="1" dirty="0">
                <a:solidFill>
                  <a:schemeClr val="tx2"/>
                </a:solidFill>
              </a:rPr>
              <a:t>Functions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GB" sz="1600" dirty="0">
                <a:solidFill>
                  <a:schemeClr val="tx2"/>
                </a:solidFill>
              </a:rPr>
              <a:t>Best Practice</a:t>
            </a:r>
          </a:p>
          <a:p>
            <a:pPr marL="285750" indent="-285750">
              <a:lnSpc>
                <a:spcPct val="12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GB" sz="1600" b="1" dirty="0">
                <a:solidFill>
                  <a:schemeClr val="tx2"/>
                </a:solidFill>
              </a:rPr>
              <a:t>Annotation</a:t>
            </a:r>
            <a:r>
              <a:rPr lang="en-GB" sz="1600" dirty="0">
                <a:solidFill>
                  <a:schemeClr val="tx2"/>
                </a:solidFill>
              </a:rPr>
              <a:t> throughout, explaining the usage for each function. </a:t>
            </a:r>
          </a:p>
          <a:p>
            <a:pPr marL="285750" indent="-285750">
              <a:lnSpc>
                <a:spcPct val="12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GB" sz="1600" b="1" dirty="0">
                <a:solidFill>
                  <a:schemeClr val="tx2"/>
                </a:solidFill>
              </a:rPr>
              <a:t>Single functionality</a:t>
            </a:r>
            <a:r>
              <a:rPr lang="en-GB" sz="1600" dirty="0">
                <a:solidFill>
                  <a:schemeClr val="tx2"/>
                </a:solidFill>
              </a:rPr>
              <a:t>, adding functionality through decorator functions (such as logging, timing, or access control).</a:t>
            </a:r>
          </a:p>
          <a:p>
            <a:pPr marL="285750" indent="-285750">
              <a:lnSpc>
                <a:spcPct val="12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GB" sz="1600" b="1" dirty="0">
                <a:solidFill>
                  <a:schemeClr val="tx2"/>
                </a:solidFill>
              </a:rPr>
              <a:t>Temporary Variables</a:t>
            </a:r>
            <a:r>
              <a:rPr lang="en-GB" sz="1600" dirty="0">
                <a:solidFill>
                  <a:schemeClr val="tx2"/>
                </a:solidFill>
              </a:rPr>
              <a:t>, to avoid overwriting existing data.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endParaRPr lang="en-GB" sz="1600" dirty="0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  <a:spcAft>
                <a:spcPts val="1000"/>
              </a:spcAft>
            </a:pPr>
            <a:endParaRPr lang="en-GB" sz="16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205918-FA49-8709-951E-24FB52DAE846}"/>
              </a:ext>
            </a:extLst>
          </p:cNvPr>
          <p:cNvSpPr txBox="1"/>
          <p:nvPr/>
        </p:nvSpPr>
        <p:spPr>
          <a:xfrm>
            <a:off x="315686" y="985919"/>
            <a:ext cx="8443303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chemeClr val="tx2"/>
                </a:solidFill>
              </a:rPr>
              <a:t>Practicing functions:</a:t>
            </a:r>
            <a:br>
              <a:rPr lang="en-GB" sz="1400" dirty="0">
                <a:solidFill>
                  <a:schemeClr val="tx2"/>
                </a:solidFill>
              </a:rPr>
            </a:br>
            <a:endParaRPr lang="en-GB" sz="1400" dirty="0">
              <a:solidFill>
                <a:schemeClr val="tx2"/>
              </a:solidFill>
            </a:endParaRPr>
          </a:p>
          <a:p>
            <a:r>
              <a:rPr lang="en-GB" sz="1600" dirty="0">
                <a:solidFill>
                  <a:schemeClr val="tx2"/>
                </a:solidFill>
              </a:rPr>
              <a:t>Basics</a:t>
            </a:r>
            <a:endParaRPr lang="en-GB" dirty="0">
              <a:solidFill>
                <a:schemeClr val="tx2"/>
              </a:solidFill>
            </a:endParaRPr>
          </a:p>
          <a:p>
            <a:pPr marL="342900" indent="-342900">
              <a:buAutoNum type="arabicPeriod"/>
            </a:pPr>
            <a:r>
              <a:rPr lang="en-GB" sz="1600" dirty="0">
                <a:solidFill>
                  <a:schemeClr val="tx2"/>
                </a:solidFill>
              </a:rPr>
              <a:t>Create a function that uses each of the argument types, and combinations.</a:t>
            </a:r>
          </a:p>
          <a:p>
            <a:pPr marL="342900" indent="-342900">
              <a:buAutoNum type="arabicPeriod"/>
            </a:pPr>
            <a:r>
              <a:rPr lang="en-GB" sz="1600" dirty="0">
                <a:solidFill>
                  <a:schemeClr val="tx2"/>
                </a:solidFill>
              </a:rPr>
              <a:t>Assign the function output to a variable.</a:t>
            </a:r>
          </a:p>
          <a:p>
            <a:pPr marL="342900" indent="-342900">
              <a:buFontTx/>
              <a:buAutoNum type="arabicPeriod"/>
            </a:pPr>
            <a:r>
              <a:rPr lang="en-GB" sz="1600" dirty="0">
                <a:solidFill>
                  <a:schemeClr val="tx2"/>
                </a:solidFill>
              </a:rPr>
              <a:t>Use a function as an input into another function</a:t>
            </a:r>
          </a:p>
          <a:p>
            <a:endParaRPr lang="en-GB" sz="1600" dirty="0">
              <a:solidFill>
                <a:schemeClr val="tx2"/>
              </a:solidFill>
            </a:endParaRPr>
          </a:p>
          <a:p>
            <a:r>
              <a:rPr lang="en-GB" sz="1600" dirty="0">
                <a:solidFill>
                  <a:schemeClr val="tx2"/>
                </a:solidFill>
              </a:rPr>
              <a:t>Incorporating logic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dirty="0">
                <a:solidFill>
                  <a:schemeClr val="tx2"/>
                </a:solidFill>
              </a:rPr>
              <a:t>Write a recursive function (such as factorial, Fibonacci sequences, or tree Traversal).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dirty="0">
                <a:solidFill>
                  <a:schemeClr val="tx2"/>
                </a:solidFill>
              </a:rPr>
              <a:t>Write a function that uses list comprehension (such as, returning only the even numbers in a list).</a:t>
            </a:r>
          </a:p>
          <a:p>
            <a:endParaRPr lang="en-GB" sz="1600" dirty="0">
              <a:solidFill>
                <a:schemeClr val="tx2"/>
              </a:solidFill>
            </a:endParaRPr>
          </a:p>
          <a:p>
            <a:r>
              <a:rPr lang="en-GB" sz="1600" dirty="0">
                <a:solidFill>
                  <a:schemeClr val="tx2"/>
                </a:solidFill>
              </a:rPr>
              <a:t>Extra for experts</a:t>
            </a:r>
          </a:p>
          <a:p>
            <a:pPr marL="342900" indent="-342900">
              <a:buFontTx/>
              <a:buAutoNum type="arabicPeriod"/>
            </a:pPr>
            <a:r>
              <a:rPr lang="en-GB" sz="1600" dirty="0">
                <a:solidFill>
                  <a:schemeClr val="tx2"/>
                </a:solidFill>
              </a:rPr>
              <a:t>Write a class that contains several functions (such as, a calculator class with methods for addition, subtraction, multiplication, and division).</a:t>
            </a:r>
          </a:p>
          <a:p>
            <a:pPr marL="342900" indent="-342900">
              <a:buFontTx/>
              <a:buAutoNum type="arabicPeriod"/>
            </a:pPr>
            <a:r>
              <a:rPr lang="en-GB" sz="1600" dirty="0">
                <a:solidFill>
                  <a:schemeClr val="tx2"/>
                </a:solidFill>
              </a:rPr>
              <a:t>Implement function overloading, using *</a:t>
            </a:r>
            <a:r>
              <a:rPr lang="en-GB" sz="1600" dirty="0" err="1">
                <a:solidFill>
                  <a:schemeClr val="tx2"/>
                </a:solidFill>
              </a:rPr>
              <a:t>args</a:t>
            </a:r>
            <a:r>
              <a:rPr lang="en-GB" sz="1600" dirty="0">
                <a:solidFill>
                  <a:schemeClr val="tx2"/>
                </a:solidFill>
              </a:rPr>
              <a:t> or conditional logic (such as, a function that sums values for 2 numbers a list).</a:t>
            </a:r>
          </a:p>
          <a:p>
            <a:pPr marL="342900" indent="-342900">
              <a:buAutoNum type="arabicPeriod"/>
            </a:pPr>
            <a:r>
              <a:rPr lang="en-GB" sz="1600" dirty="0">
                <a:solidFill>
                  <a:schemeClr val="tx2"/>
                </a:solidFill>
              </a:rPr>
              <a:t>Create a decorator function, that can wrap around any function (such as, a function that returns the log and time taken for the function to execute).</a:t>
            </a:r>
          </a:p>
          <a:p>
            <a:pPr marL="342900" indent="-342900">
              <a:buAutoNum type="arabicPeriod"/>
            </a:pPr>
            <a:endParaRPr lang="en-GB" sz="1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0116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0CADD-1F07-AE12-0FF2-9D4BA4A4A3B9}"/>
              </a:ext>
            </a:extLst>
          </p:cNvPr>
          <p:cNvSpPr txBox="1">
            <a:spLocks/>
          </p:cNvSpPr>
          <p:nvPr/>
        </p:nvSpPr>
        <p:spPr>
          <a:xfrm>
            <a:off x="407987" y="576000"/>
            <a:ext cx="11376017" cy="53434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000" dirty="0">
                <a:solidFill>
                  <a:schemeClr val="tx2"/>
                </a:solidFill>
              </a:rPr>
              <a:t>Functions: Five types of Arguments</a:t>
            </a:r>
            <a:endParaRPr lang="en-US" sz="3000" dirty="0">
              <a:solidFill>
                <a:schemeClr val="tx2"/>
              </a:solidFill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9533175-1B08-D059-6CB0-CC15159152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1503889"/>
              </p:ext>
            </p:extLst>
          </p:nvPr>
        </p:nvGraphicFramePr>
        <p:xfrm>
          <a:off x="407986" y="1275397"/>
          <a:ext cx="10930573" cy="4023360"/>
        </p:xfrm>
        <a:graphic>
          <a:graphicData uri="http://schemas.openxmlformats.org/drawingml/2006/table">
            <a:tbl>
              <a:tblPr/>
              <a:tblGrid>
                <a:gridCol w="2241638">
                  <a:extLst>
                    <a:ext uri="{9D8B030D-6E8A-4147-A177-3AD203B41FA5}">
                      <a16:colId xmlns:a16="http://schemas.microsoft.com/office/drawing/2014/main" val="599976884"/>
                    </a:ext>
                  </a:extLst>
                </a:gridCol>
                <a:gridCol w="3472043">
                  <a:extLst>
                    <a:ext uri="{9D8B030D-6E8A-4147-A177-3AD203B41FA5}">
                      <a16:colId xmlns:a16="http://schemas.microsoft.com/office/drawing/2014/main" val="954145857"/>
                    </a:ext>
                  </a:extLst>
                </a:gridCol>
                <a:gridCol w="2608446">
                  <a:extLst>
                    <a:ext uri="{9D8B030D-6E8A-4147-A177-3AD203B41FA5}">
                      <a16:colId xmlns:a16="http://schemas.microsoft.com/office/drawing/2014/main" val="2158026403"/>
                    </a:ext>
                  </a:extLst>
                </a:gridCol>
                <a:gridCol w="2608446">
                  <a:extLst>
                    <a:ext uri="{9D8B030D-6E8A-4147-A177-3AD203B41FA5}">
                      <a16:colId xmlns:a16="http://schemas.microsoft.com/office/drawing/2014/main" val="32444883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Argument Type</a:t>
                      </a:r>
                      <a:endParaRPr lang="en-GB" sz="140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Description</a:t>
                      </a:r>
                      <a:endParaRPr lang="en-GB" sz="140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Example Function Definition</a:t>
                      </a:r>
                      <a:endParaRPr lang="en-GB" sz="140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Example Usage</a:t>
                      </a:r>
                      <a:endParaRPr lang="en-GB" sz="140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3820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Positional</a:t>
                      </a:r>
                      <a:endParaRPr lang="en-GB" sz="1400" dirty="0"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  <a:latin typeface="Calibri" panose="020F0502020204030204" pitchFamily="34" charset="0"/>
                        </a:rPr>
                        <a:t>Arguments passed in order, assigned to parameters by their position.</a:t>
                      </a: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  <a:latin typeface="Calibri" panose="020F0502020204030204" pitchFamily="34" charset="0"/>
                        </a:rPr>
                        <a:t>def greet(name, age):</a:t>
                      </a:r>
                    </a:p>
                    <a:p>
                      <a:pPr marL="457200" marR="0" lvl="1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  <a:latin typeface="Calibri" panose="020F0502020204030204" pitchFamily="34" charset="0"/>
                        </a:rPr>
                        <a:t>print(</a:t>
                      </a:r>
                      <a:r>
                        <a:rPr lang="en-GB" sz="1400" dirty="0" err="1">
                          <a:effectLst/>
                          <a:latin typeface="Calibri" panose="020F0502020204030204" pitchFamily="34" charset="0"/>
                        </a:rPr>
                        <a:t>f"Hello</a:t>
                      </a:r>
                      <a:r>
                        <a:rPr lang="en-GB" sz="1400" dirty="0">
                          <a:effectLst/>
                          <a:latin typeface="Calibri" panose="020F0502020204030204" pitchFamily="34" charset="0"/>
                        </a:rPr>
                        <a:t> {name}, {age}!")</a:t>
                      </a: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  <a:latin typeface="Calibri" panose="020F0502020204030204" pitchFamily="34" charset="0"/>
                        </a:rPr>
                        <a:t>greet("John", 30)</a:t>
                      </a: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5206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Keyword</a:t>
                      </a:r>
                      <a:endParaRPr lang="en-GB" sz="1400" dirty="0"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  <a:latin typeface="Calibri" panose="020F0502020204030204" pitchFamily="34" charset="0"/>
                        </a:rPr>
                        <a:t>Arguments passed with explicit parameter names, allowing flexibility in the order of arguments.</a:t>
                      </a: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  <a:latin typeface="Calibri" panose="020F0502020204030204" pitchFamily="34" charset="0"/>
                        </a:rPr>
                        <a:t>def greet(name, age):</a:t>
                      </a:r>
                    </a:p>
                    <a:p>
                      <a:pPr marL="457200" marR="0" lvl="1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  <a:latin typeface="Calibri" panose="020F0502020204030204" pitchFamily="34" charset="0"/>
                        </a:rPr>
                        <a:t>print(</a:t>
                      </a:r>
                      <a:r>
                        <a:rPr lang="en-GB" sz="1400" dirty="0" err="1">
                          <a:effectLst/>
                          <a:latin typeface="Calibri" panose="020F0502020204030204" pitchFamily="34" charset="0"/>
                        </a:rPr>
                        <a:t>f"Hello</a:t>
                      </a:r>
                      <a:r>
                        <a:rPr lang="en-GB" sz="1400" dirty="0">
                          <a:effectLst/>
                          <a:latin typeface="Calibri" panose="020F0502020204030204" pitchFamily="34" charset="0"/>
                        </a:rPr>
                        <a:t> {name}, {age}!")</a:t>
                      </a: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  <a:latin typeface="Calibri" panose="020F0502020204030204" pitchFamily="34" charset="0"/>
                        </a:rPr>
                        <a:t>greet(name="John", age=30)</a:t>
                      </a: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86485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Optional</a:t>
                      </a:r>
                      <a:endParaRPr lang="en-GB" sz="1400" dirty="0"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  <a:latin typeface="Calibri" panose="020F0502020204030204" pitchFamily="34" charset="0"/>
                        </a:rPr>
                        <a:t>Arguments with default values that can be omitted. If omitted, the default value is used.</a:t>
                      </a: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  <a:latin typeface="Calibri" panose="020F0502020204030204" pitchFamily="34" charset="0"/>
                        </a:rPr>
                        <a:t>def greet(name, age=30):</a:t>
                      </a:r>
                    </a:p>
                    <a:p>
                      <a:pPr marL="457200" marR="0" lvl="1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  <a:latin typeface="Calibri" panose="020F0502020204030204" pitchFamily="34" charset="0"/>
                        </a:rPr>
                        <a:t>print(</a:t>
                      </a:r>
                      <a:r>
                        <a:rPr lang="en-GB" sz="1400" dirty="0" err="1">
                          <a:effectLst/>
                          <a:latin typeface="Calibri" panose="020F0502020204030204" pitchFamily="34" charset="0"/>
                        </a:rPr>
                        <a:t>f"Hello</a:t>
                      </a:r>
                      <a:r>
                        <a:rPr lang="en-GB" sz="1400" dirty="0">
                          <a:effectLst/>
                          <a:latin typeface="Calibri" panose="020F0502020204030204" pitchFamily="34" charset="0"/>
                        </a:rPr>
                        <a:t> {name}, {age}!")</a:t>
                      </a: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  <a:latin typeface="Calibri" panose="020F0502020204030204" pitchFamily="34" charset="0"/>
                        </a:rPr>
                        <a:t>greet("John") #uses default age of 30</a:t>
                      </a: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79280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Variable-Length Positional (*</a:t>
                      </a:r>
                      <a:r>
                        <a:rPr lang="en-GB" sz="1400" b="1" dirty="0" err="1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args</a:t>
                      </a:r>
                      <a:r>
                        <a:rPr lang="en-GB" sz="1400" b="1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  <a:endParaRPr lang="en-GB" sz="1400" dirty="0"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  <a:latin typeface="Calibri" panose="020F0502020204030204" pitchFamily="34" charset="0"/>
                        </a:rPr>
                        <a:t>Allows a function to accept any number of positional arguments, stored in a tuple.</a:t>
                      </a: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  <a:latin typeface="Calibri" panose="020F0502020204030204" pitchFamily="34" charset="0"/>
                        </a:rPr>
                        <a:t>def greet(*names):</a:t>
                      </a:r>
                    </a:p>
                    <a:p>
                      <a:pPr marL="457200" marR="0" lvl="1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  <a:latin typeface="Calibri" panose="020F0502020204030204" pitchFamily="34" charset="0"/>
                        </a:rPr>
                        <a:t>for name in names: </a:t>
                      </a:r>
                    </a:p>
                    <a:p>
                      <a:pPr marL="914400" marR="0" lvl="2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  <a:latin typeface="Calibri" panose="020F0502020204030204" pitchFamily="34" charset="0"/>
                        </a:rPr>
                        <a:t>print(name)</a:t>
                      </a: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  <a:latin typeface="Calibri" panose="020F0502020204030204" pitchFamily="34" charset="0"/>
                        </a:rPr>
                        <a:t>greet("John", "Jane", "Alice")</a:t>
                      </a: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75216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Variable-Length Keyword (**</a:t>
                      </a:r>
                      <a:r>
                        <a:rPr lang="en-GB" sz="1400" b="1" dirty="0" err="1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kwargs</a:t>
                      </a:r>
                      <a:r>
                        <a:rPr lang="en-GB" sz="1400" b="1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  <a:endParaRPr lang="en-GB" sz="1400" dirty="0"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  <a:latin typeface="Calibri" panose="020F0502020204030204" pitchFamily="34" charset="0"/>
                        </a:rPr>
                        <a:t>Allows a function to accept any number of keyword arguments, stored in a dictionary.</a:t>
                      </a: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  <a:latin typeface="Calibri" panose="020F0502020204030204" pitchFamily="34" charset="0"/>
                        </a:rPr>
                        <a:t>def greet(**details):</a:t>
                      </a:r>
                    </a:p>
                    <a:p>
                      <a:pPr marL="457200" marR="0" lvl="1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  <a:latin typeface="Calibri" panose="020F0502020204030204" pitchFamily="34" charset="0"/>
                        </a:rPr>
                        <a:t>for k, v in </a:t>
                      </a:r>
                      <a:r>
                        <a:rPr lang="en-GB" sz="1400" dirty="0" err="1">
                          <a:effectLst/>
                          <a:latin typeface="Calibri" panose="020F0502020204030204" pitchFamily="34" charset="0"/>
                        </a:rPr>
                        <a:t>details.items</a:t>
                      </a:r>
                      <a:r>
                        <a:rPr lang="en-GB" sz="1400" dirty="0">
                          <a:effectLst/>
                          <a:latin typeface="Calibri" panose="020F0502020204030204" pitchFamily="34" charset="0"/>
                        </a:rPr>
                        <a:t>(): </a:t>
                      </a:r>
                    </a:p>
                    <a:p>
                      <a:pPr marL="914400" marR="0" lvl="2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  <a:latin typeface="Calibri" panose="020F0502020204030204" pitchFamily="34" charset="0"/>
                        </a:rPr>
                        <a:t>print(f"{k}: {v}")</a:t>
                      </a: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  <a:latin typeface="Calibri" panose="020F0502020204030204" pitchFamily="34" charset="0"/>
                        </a:rPr>
                        <a:t>greet(name="John", age=30)</a:t>
                      </a: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11033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886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63CDF66-82C8-E6D2-529E-84C0BCFC0D57}"/>
              </a:ext>
            </a:extLst>
          </p:cNvPr>
          <p:cNvSpPr/>
          <p:nvPr/>
        </p:nvSpPr>
        <p:spPr>
          <a:xfrm>
            <a:off x="2950029" y="4568752"/>
            <a:ext cx="9241971" cy="12083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9F0F5C-318E-3297-B6C1-DCEFD84365E7}"/>
              </a:ext>
            </a:extLst>
          </p:cNvPr>
          <p:cNvSpPr txBox="1"/>
          <p:nvPr/>
        </p:nvSpPr>
        <p:spPr>
          <a:xfrm>
            <a:off x="3467100" y="4844408"/>
            <a:ext cx="52578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8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Pandas Library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6B7AD9-5512-763D-544C-7BA81C62F239}"/>
              </a:ext>
            </a:extLst>
          </p:cNvPr>
          <p:cNvSpPr/>
          <p:nvPr/>
        </p:nvSpPr>
        <p:spPr>
          <a:xfrm>
            <a:off x="0" y="331971"/>
            <a:ext cx="2950029" cy="49859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A41EA8-92E8-5135-F3E5-9AA069C72FC9}"/>
              </a:ext>
            </a:extLst>
          </p:cNvPr>
          <p:cNvSpPr/>
          <p:nvPr/>
        </p:nvSpPr>
        <p:spPr>
          <a:xfrm>
            <a:off x="2950029" y="5943073"/>
            <a:ext cx="9241971" cy="1991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453AE3-A345-6AC3-2CE5-8B9752D6092E}"/>
              </a:ext>
            </a:extLst>
          </p:cNvPr>
          <p:cNvSpPr txBox="1"/>
          <p:nvPr/>
        </p:nvSpPr>
        <p:spPr>
          <a:xfrm>
            <a:off x="359229" y="968828"/>
            <a:ext cx="24601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bg2">
                    <a:lumMod val="50000"/>
                  </a:schemeClr>
                </a:solidFill>
              </a:rPr>
              <a:t>[]</a:t>
            </a:r>
          </a:p>
        </p:txBody>
      </p:sp>
    </p:spTree>
    <p:extLst>
      <p:ext uri="{BB962C8B-B14F-4D97-AF65-F5344CB8AC3E}">
        <p14:creationId xmlns:p14="http://schemas.microsoft.com/office/powerpoint/2010/main" val="764576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4490E2-81E2-CF54-A164-6A3C05DDF1E6}"/>
              </a:ext>
            </a:extLst>
          </p:cNvPr>
          <p:cNvSpPr/>
          <p:nvPr/>
        </p:nvSpPr>
        <p:spPr>
          <a:xfrm>
            <a:off x="-1" y="740229"/>
            <a:ext cx="9111343" cy="535577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571950-9E66-E274-D4F3-0A45E0865102}"/>
              </a:ext>
            </a:extLst>
          </p:cNvPr>
          <p:cNvSpPr/>
          <p:nvPr/>
        </p:nvSpPr>
        <p:spPr>
          <a:xfrm>
            <a:off x="9307286" y="751113"/>
            <a:ext cx="2884714" cy="535577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CBDB60-C3FE-EC11-1E52-50350CD613EF}"/>
              </a:ext>
            </a:extLst>
          </p:cNvPr>
          <p:cNvSpPr txBox="1"/>
          <p:nvPr/>
        </p:nvSpPr>
        <p:spPr>
          <a:xfrm>
            <a:off x="9507980" y="1052512"/>
            <a:ext cx="2368334" cy="47529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lang="en-GB" sz="3000" b="1" dirty="0">
                <a:solidFill>
                  <a:schemeClr val="tx2"/>
                </a:solidFill>
              </a:rPr>
              <a:t>Pandas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GB" sz="1600" dirty="0">
                <a:solidFill>
                  <a:schemeClr val="tx2"/>
                </a:solidFill>
              </a:rPr>
              <a:t>Python Package</a:t>
            </a:r>
          </a:p>
          <a:p>
            <a:pPr marL="285750" indent="-285750">
              <a:lnSpc>
                <a:spcPct val="12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2"/>
                </a:solidFill>
              </a:rPr>
              <a:t>Pandas is designed for data manipulation and analysis, great at handling missing data, reshaping and aggregating data, and time series processing.</a:t>
            </a:r>
          </a:p>
          <a:p>
            <a:pPr marL="285750" indent="-285750">
              <a:lnSpc>
                <a:spcPct val="12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2"/>
                </a:solidFill>
              </a:rPr>
              <a:t>Introduces two primary data types: Series (1D labelled array) and </a:t>
            </a:r>
            <a:r>
              <a:rPr lang="en-GB" sz="1600" dirty="0" err="1">
                <a:solidFill>
                  <a:schemeClr val="tx2"/>
                </a:solidFill>
              </a:rPr>
              <a:t>DataFrame</a:t>
            </a:r>
            <a:r>
              <a:rPr lang="en-GB" sz="1600" dirty="0">
                <a:solidFill>
                  <a:schemeClr val="tx2"/>
                </a:solidFill>
              </a:rPr>
              <a:t> (2D table-like).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37F4B33-D9C4-E1D1-B831-5F75A163EB8B}"/>
              </a:ext>
            </a:extLst>
          </p:cNvPr>
          <p:cNvGrpSpPr/>
          <p:nvPr/>
        </p:nvGrpSpPr>
        <p:grpSpPr>
          <a:xfrm>
            <a:off x="315686" y="965883"/>
            <a:ext cx="8512628" cy="1296054"/>
            <a:chOff x="565214" y="1151196"/>
            <a:chExt cx="5159828" cy="129605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B3D844D-6D8E-23CA-E162-CB69DAEC4A76}"/>
                </a:ext>
              </a:extLst>
            </p:cNvPr>
            <p:cNvSpPr/>
            <p:nvPr/>
          </p:nvSpPr>
          <p:spPr>
            <a:xfrm>
              <a:off x="565214" y="1151196"/>
              <a:ext cx="5159828" cy="43542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1400" dirty="0">
                  <a:solidFill>
                    <a:schemeClr val="tx1">
                      <a:lumMod val="25000"/>
                      <a:lumOff val="75000"/>
                    </a:schemeClr>
                  </a:solidFill>
                </a:rPr>
                <a:t>Python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134FA4A-CF95-0E7A-82D0-E46B901ECAB0}"/>
                </a:ext>
              </a:extLst>
            </p:cNvPr>
            <p:cNvSpPr/>
            <p:nvPr/>
          </p:nvSpPr>
          <p:spPr>
            <a:xfrm>
              <a:off x="565214" y="1586625"/>
              <a:ext cx="5159828" cy="860625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1400" dirty="0">
                  <a:solidFill>
                    <a:schemeClr val="bg1">
                      <a:lumMod val="50000"/>
                    </a:schemeClr>
                  </a:solidFill>
                </a:rPr>
                <a:t>#step 1: import Pandas package</a:t>
              </a:r>
            </a:p>
            <a:p>
              <a:r>
                <a:rPr lang="en-GB" sz="1400" dirty="0">
                  <a:solidFill>
                    <a:schemeClr val="accent2">
                      <a:lumMod val="75000"/>
                    </a:schemeClr>
                  </a:solidFill>
                </a:rPr>
                <a:t>Import </a:t>
              </a:r>
              <a:r>
                <a:rPr lang="en-GB" sz="1400" dirty="0">
                  <a:solidFill>
                    <a:schemeClr val="tx1">
                      <a:lumMod val="25000"/>
                      <a:lumOff val="75000"/>
                    </a:schemeClr>
                  </a:solidFill>
                </a:rPr>
                <a:t>pandas </a:t>
              </a:r>
              <a:r>
                <a:rPr lang="en-GB" sz="1400" dirty="0">
                  <a:solidFill>
                    <a:schemeClr val="accent2">
                      <a:lumMod val="75000"/>
                    </a:schemeClr>
                  </a:solidFill>
                </a:rPr>
                <a:t>as</a:t>
              </a:r>
              <a:r>
                <a:rPr lang="en-GB" sz="1400" dirty="0">
                  <a:solidFill>
                    <a:schemeClr val="tx1">
                      <a:lumMod val="25000"/>
                      <a:lumOff val="75000"/>
                    </a:schemeClr>
                  </a:solidFill>
                </a:rPr>
                <a:t> pd</a:t>
              </a:r>
            </a:p>
            <a:p>
              <a:endParaRPr lang="en-GB" sz="14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0C205918-FA49-8709-951E-24FB52DAE846}"/>
              </a:ext>
            </a:extLst>
          </p:cNvPr>
          <p:cNvSpPr txBox="1"/>
          <p:nvPr/>
        </p:nvSpPr>
        <p:spPr>
          <a:xfrm>
            <a:off x="2117557" y="2445959"/>
            <a:ext cx="6624129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chemeClr val="tx2"/>
                </a:solidFill>
              </a:rPr>
              <a:t>The Pandas package in Python provides functionalities for querying and manipulating structured data, as well as data analysis and transformation. </a:t>
            </a:r>
          </a:p>
          <a:p>
            <a:endParaRPr lang="en-GB" sz="1600" b="1" dirty="0">
              <a:solidFill>
                <a:schemeClr val="tx2"/>
              </a:solidFill>
            </a:endParaRPr>
          </a:p>
          <a:p>
            <a:r>
              <a:rPr lang="en-GB" sz="1600" b="1" dirty="0">
                <a:solidFill>
                  <a:schemeClr val="tx2"/>
                </a:solidFill>
              </a:rPr>
              <a:t>Key Pandas functionalities are SQL-like and Excel-like: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tx2"/>
                </a:solidFill>
              </a:rPr>
              <a:t>Data Alignment and Handling of Missing Data</a:t>
            </a:r>
            <a:r>
              <a:rPr lang="en-GB" sz="1400" dirty="0">
                <a:solidFill>
                  <a:schemeClr val="tx2"/>
                </a:solidFill>
              </a:rPr>
              <a:t>: automatically aligns data based on labels and can efficiently handle missing data, making data cleaning easier.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2"/>
                </a:solidFill>
              </a:rPr>
              <a:t>Powerful Data Manipulation: Provides robust functionality for reshaping, merging, and aggregating data, making complex data manipulation tasks straightforward.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tx2"/>
                </a:solidFill>
              </a:rPr>
              <a:t>Time Series Processing</a:t>
            </a:r>
            <a:r>
              <a:rPr lang="en-GB" sz="1400" dirty="0">
                <a:solidFill>
                  <a:schemeClr val="tx2"/>
                </a:solidFill>
              </a:rPr>
              <a:t>: Offers rich support for time series data, allowing for easy date and time manipulation and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tx2"/>
                </a:solidFill>
              </a:rPr>
              <a:t>Integration with Other Python Libraries</a:t>
            </a:r>
            <a:r>
              <a:rPr lang="en-GB" sz="1400" dirty="0">
                <a:solidFill>
                  <a:schemeClr val="tx2"/>
                </a:solidFill>
              </a:rPr>
              <a:t>: Seamlessly integrates with libraries like NumPy for numerical operations and Matplotlib and Seaborn for data visualization.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tx2"/>
                </a:solidFill>
              </a:rPr>
              <a:t>Read and Write Data</a:t>
            </a:r>
            <a:r>
              <a:rPr lang="en-GB" sz="1400" dirty="0">
                <a:solidFill>
                  <a:schemeClr val="tx2"/>
                </a:solidFill>
              </a:rPr>
              <a:t>: Capable of reading from and writing to various file formats (CSV, Excel, SQL databases, etc.), facilitating easy data import and export.</a:t>
            </a:r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48A86068-D958-485F-2F69-275D23FBF5A2}"/>
              </a:ext>
            </a:extLst>
          </p:cNvPr>
          <p:cNvCxnSpPr>
            <a:cxnSpLocks/>
            <a:endCxn id="21" idx="1"/>
          </p:cNvCxnSpPr>
          <p:nvPr/>
        </p:nvCxnSpPr>
        <p:spPr>
          <a:xfrm rot="16200000" flipH="1">
            <a:off x="629523" y="2542974"/>
            <a:ext cx="2048205" cy="927864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18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4490E2-81E2-CF54-A164-6A3C05DDF1E6}"/>
              </a:ext>
            </a:extLst>
          </p:cNvPr>
          <p:cNvSpPr/>
          <p:nvPr/>
        </p:nvSpPr>
        <p:spPr>
          <a:xfrm>
            <a:off x="-1" y="740229"/>
            <a:ext cx="9111343" cy="535577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571950-9E66-E274-D4F3-0A45E0865102}"/>
              </a:ext>
            </a:extLst>
          </p:cNvPr>
          <p:cNvSpPr/>
          <p:nvPr/>
        </p:nvSpPr>
        <p:spPr>
          <a:xfrm>
            <a:off x="9307286" y="751113"/>
            <a:ext cx="2884714" cy="535577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CBDB60-C3FE-EC11-1E52-50350CD613EF}"/>
              </a:ext>
            </a:extLst>
          </p:cNvPr>
          <p:cNvSpPr txBox="1"/>
          <p:nvPr/>
        </p:nvSpPr>
        <p:spPr>
          <a:xfrm>
            <a:off x="9507980" y="1052512"/>
            <a:ext cx="2368334" cy="447238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lang="en-GB" sz="3000" b="1" dirty="0" err="1">
                <a:solidFill>
                  <a:schemeClr val="tx2"/>
                </a:solidFill>
              </a:rPr>
              <a:t>DataFrame</a:t>
            </a:r>
            <a:endParaRPr lang="en-GB" sz="3000" b="1" dirty="0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GB" sz="1600" dirty="0">
                <a:solidFill>
                  <a:schemeClr val="tx2"/>
                </a:solidFill>
              </a:rPr>
              <a:t>Creating the </a:t>
            </a:r>
            <a:r>
              <a:rPr lang="en-GB" sz="1600" dirty="0" err="1">
                <a:solidFill>
                  <a:schemeClr val="tx2"/>
                </a:solidFill>
              </a:rPr>
              <a:t>DataFrame</a:t>
            </a:r>
            <a:endParaRPr lang="en-GB" sz="1600" dirty="0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  <a:spcAft>
                <a:spcPts val="1000"/>
              </a:spcAft>
            </a:pPr>
            <a:endParaRPr lang="en-GB" sz="1600" dirty="0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  <a:spcAft>
                <a:spcPts val="1000"/>
              </a:spcAft>
            </a:pPr>
            <a:endParaRPr lang="en-GB" sz="1600" dirty="0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  <a:spcAft>
                <a:spcPts val="1000"/>
              </a:spcAft>
            </a:pPr>
            <a:endParaRPr lang="en-GB" sz="1600" dirty="0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  <a:spcAft>
                <a:spcPts val="1000"/>
              </a:spcAft>
            </a:pPr>
            <a:endParaRPr lang="en-GB" sz="1600" dirty="0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  <a:spcAft>
                <a:spcPts val="1000"/>
              </a:spcAft>
            </a:pPr>
            <a:endParaRPr lang="en-GB" sz="1600" dirty="0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  <a:spcAft>
                <a:spcPts val="1000"/>
              </a:spcAft>
            </a:pPr>
            <a:endParaRPr lang="en-GB" sz="16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9A24D5-DE76-CF24-CA28-934DD03C649D}"/>
              </a:ext>
            </a:extLst>
          </p:cNvPr>
          <p:cNvSpPr/>
          <p:nvPr/>
        </p:nvSpPr>
        <p:spPr>
          <a:xfrm>
            <a:off x="9545193" y="2186077"/>
            <a:ext cx="2368333" cy="33388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CDE616-8683-D63D-DBC1-4DA83BCC1831}"/>
              </a:ext>
            </a:extLst>
          </p:cNvPr>
          <p:cNvSpPr txBox="1"/>
          <p:nvPr/>
        </p:nvSpPr>
        <p:spPr>
          <a:xfrm>
            <a:off x="9507980" y="5604214"/>
            <a:ext cx="2269156" cy="333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GB" sz="1400" dirty="0">
                <a:solidFill>
                  <a:schemeClr val="tx2"/>
                </a:solidFill>
              </a:rPr>
              <a:t>Package: Pandas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8DF4D96-8975-A29A-8BFB-9498576233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5561075"/>
              </p:ext>
            </p:extLst>
          </p:nvPr>
        </p:nvGraphicFramePr>
        <p:xfrm>
          <a:off x="484863" y="1052512"/>
          <a:ext cx="8279957" cy="1845760"/>
        </p:xfrm>
        <a:graphic>
          <a:graphicData uri="http://schemas.openxmlformats.org/drawingml/2006/table">
            <a:tbl>
              <a:tblPr/>
              <a:tblGrid>
                <a:gridCol w="1286981">
                  <a:extLst>
                    <a:ext uri="{9D8B030D-6E8A-4147-A177-3AD203B41FA5}">
                      <a16:colId xmlns:a16="http://schemas.microsoft.com/office/drawing/2014/main" val="3864739952"/>
                    </a:ext>
                  </a:extLst>
                </a:gridCol>
                <a:gridCol w="1218975">
                  <a:extLst>
                    <a:ext uri="{9D8B030D-6E8A-4147-A177-3AD203B41FA5}">
                      <a16:colId xmlns:a16="http://schemas.microsoft.com/office/drawing/2014/main" val="913577105"/>
                    </a:ext>
                  </a:extLst>
                </a:gridCol>
                <a:gridCol w="3400356">
                  <a:extLst>
                    <a:ext uri="{9D8B030D-6E8A-4147-A177-3AD203B41FA5}">
                      <a16:colId xmlns:a16="http://schemas.microsoft.com/office/drawing/2014/main" val="654156283"/>
                    </a:ext>
                  </a:extLst>
                </a:gridCol>
                <a:gridCol w="2373645">
                  <a:extLst>
                    <a:ext uri="{9D8B030D-6E8A-4147-A177-3AD203B41FA5}">
                      <a16:colId xmlns:a16="http://schemas.microsoft.com/office/drawing/2014/main" val="1993347035"/>
                    </a:ext>
                  </a:extLst>
                </a:gridCol>
              </a:tblGrid>
              <a:tr h="154381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Data Creation, Importing, and Exporting</a:t>
                      </a:r>
                    </a:p>
                  </a:txBody>
                  <a:tcPr marL="29128" marR="29128" marT="29128" marB="2912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9128" marR="29128" marT="29128" marB="2912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6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9128" marR="29128" marT="29128" marB="2912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9128" marR="29128" marT="29128" marB="2912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1172236"/>
                  </a:ext>
                </a:extLst>
              </a:tr>
              <a:tr h="154381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dirty="0"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Operation</a:t>
                      </a:r>
                      <a:endParaRPr lang="en-GB" sz="1200" dirty="0"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9128" marR="29128" marT="29128" marB="2912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dirty="0"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Command</a:t>
                      </a:r>
                      <a:endParaRPr lang="en-GB" sz="1200" dirty="0"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9128" marR="29128" marT="29128" marB="2912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dirty="0"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Description</a:t>
                      </a:r>
                      <a:endParaRPr lang="en-GB" sz="1200" dirty="0"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9128" marR="29128" marT="29128" marB="2912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dirty="0"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Python Example</a:t>
                      </a:r>
                      <a:endParaRPr lang="en-GB" sz="1200" dirty="0"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9128" marR="29128" marT="29128" marB="2912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7159494"/>
                  </a:ext>
                </a:extLst>
              </a:tr>
              <a:tr h="242955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dirty="0">
                          <a:effectLst/>
                          <a:latin typeface="Calibri" panose="020F0502020204030204" pitchFamily="34" charset="0"/>
                        </a:rPr>
                        <a:t>Creating a </a:t>
                      </a:r>
                      <a:r>
                        <a:rPr lang="en-GB" sz="1200" b="1" dirty="0" err="1">
                          <a:effectLst/>
                          <a:latin typeface="Calibri" panose="020F0502020204030204" pitchFamily="34" charset="0"/>
                        </a:rPr>
                        <a:t>DataFrame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9128" marR="29128" marT="29128" marB="2912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 err="1">
                          <a:effectLst/>
                          <a:latin typeface="Calibri" panose="020F0502020204030204" pitchFamily="34" charset="0"/>
                        </a:rPr>
                        <a:t>pd.DataFrame</a:t>
                      </a:r>
                      <a:r>
                        <a:rPr lang="en-GB" sz="1200" dirty="0">
                          <a:effectLst/>
                          <a:latin typeface="Calibri" panose="020F0502020204030204" pitchFamily="34" charset="0"/>
                        </a:rPr>
                        <a:t>()</a:t>
                      </a:r>
                    </a:p>
                  </a:txBody>
                  <a:tcPr marL="29128" marR="29128" marT="29128" marB="2912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</a:rPr>
                        <a:t>Create a new </a:t>
                      </a:r>
                      <a:r>
                        <a:rPr lang="en-GB" sz="1200" dirty="0" err="1">
                          <a:effectLst/>
                          <a:latin typeface="Calibri" panose="020F0502020204030204" pitchFamily="34" charset="0"/>
                        </a:rPr>
                        <a:t>DataFrame</a:t>
                      </a:r>
                      <a:r>
                        <a:rPr lang="en-GB" sz="1200" dirty="0">
                          <a:effectLst/>
                          <a:latin typeface="Calibri" panose="020F0502020204030204" pitchFamily="34" charset="0"/>
                        </a:rPr>
                        <a:t> from dictionaries, lists, or arrays.</a:t>
                      </a:r>
                    </a:p>
                  </a:txBody>
                  <a:tcPr marL="29128" marR="29128" marT="29128" marB="2912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 err="1">
                          <a:effectLst/>
                          <a:latin typeface="Calibri" panose="020F0502020204030204" pitchFamily="34" charset="0"/>
                        </a:rPr>
                        <a:t>df</a:t>
                      </a:r>
                      <a:r>
                        <a:rPr lang="en-GB" sz="1200" dirty="0">
                          <a:effectLst/>
                          <a:latin typeface="Calibri" panose="020F0502020204030204" pitchFamily="34" charset="0"/>
                        </a:rPr>
                        <a:t> = </a:t>
                      </a:r>
                      <a:r>
                        <a:rPr lang="en-GB" sz="1200" dirty="0" err="1">
                          <a:effectLst/>
                          <a:latin typeface="Calibri" panose="020F0502020204030204" pitchFamily="34" charset="0"/>
                        </a:rPr>
                        <a:t>pd.DataFrame</a:t>
                      </a:r>
                      <a:r>
                        <a:rPr lang="en-GB" sz="1200" dirty="0">
                          <a:effectLst/>
                          <a:latin typeface="Calibri" panose="020F0502020204030204" pitchFamily="34" charset="0"/>
                        </a:rPr>
                        <a:t>({'A': [1, 2], 'B': [3, 4]})</a:t>
                      </a:r>
                    </a:p>
                  </a:txBody>
                  <a:tcPr marL="29128" marR="29128" marT="29128" marB="2912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2089458"/>
                  </a:ext>
                </a:extLst>
              </a:tr>
              <a:tr h="154381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dirty="0">
                          <a:effectLst/>
                          <a:latin typeface="Calibri" panose="020F0502020204030204" pitchFamily="34" charset="0"/>
                        </a:rPr>
                        <a:t>Reading Data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9128" marR="29128" marT="29128" marB="2912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 err="1">
                          <a:effectLst/>
                          <a:latin typeface="Calibri" panose="020F0502020204030204" pitchFamily="34" charset="0"/>
                        </a:rPr>
                        <a:t>pd.read_csv</a:t>
                      </a:r>
                      <a:r>
                        <a:rPr lang="en-GB" sz="1200" dirty="0">
                          <a:effectLst/>
                          <a:latin typeface="Calibri" panose="020F0502020204030204" pitchFamily="34" charset="0"/>
                        </a:rPr>
                        <a:t>()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 err="1">
                          <a:effectLst/>
                          <a:latin typeface="Calibri" panose="020F0502020204030204" pitchFamily="34" charset="0"/>
                        </a:rPr>
                        <a:t>pd.read_excel</a:t>
                      </a:r>
                      <a:r>
                        <a:rPr lang="en-GB" sz="1200" dirty="0">
                          <a:effectLst/>
                          <a:latin typeface="Calibri" panose="020F0502020204030204" pitchFamily="34" charset="0"/>
                        </a:rPr>
                        <a:t>()</a:t>
                      </a:r>
                    </a:p>
                  </a:txBody>
                  <a:tcPr marL="29128" marR="29128" marT="29128" marB="2912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</a:rPr>
                        <a:t>Load data from CSV, Excel, or other formats (JSON, SQL, etc.) into a </a:t>
                      </a:r>
                      <a:r>
                        <a:rPr lang="en-GB" sz="1200" dirty="0" err="1">
                          <a:effectLst/>
                          <a:latin typeface="Calibri" panose="020F0502020204030204" pitchFamily="34" charset="0"/>
                        </a:rPr>
                        <a:t>DataFrame</a:t>
                      </a:r>
                      <a:r>
                        <a:rPr lang="en-GB" sz="1200" dirty="0">
                          <a:effectLst/>
                          <a:latin typeface="Calibri" panose="020F0502020204030204" pitchFamily="34" charset="0"/>
                        </a:rPr>
                        <a:t>.</a:t>
                      </a:r>
                    </a:p>
                  </a:txBody>
                  <a:tcPr marL="29128" marR="29128" marT="29128" marB="2912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 err="1">
                          <a:effectLst/>
                          <a:latin typeface="Calibri" panose="020F0502020204030204" pitchFamily="34" charset="0"/>
                        </a:rPr>
                        <a:t>df</a:t>
                      </a:r>
                      <a:r>
                        <a:rPr lang="en-GB" sz="1200" dirty="0">
                          <a:effectLst/>
                          <a:latin typeface="Calibri" panose="020F0502020204030204" pitchFamily="34" charset="0"/>
                        </a:rPr>
                        <a:t> = </a:t>
                      </a:r>
                      <a:r>
                        <a:rPr lang="en-GB" sz="1200" dirty="0" err="1">
                          <a:effectLst/>
                          <a:latin typeface="Calibri" panose="020F0502020204030204" pitchFamily="34" charset="0"/>
                        </a:rPr>
                        <a:t>pd.read_csv</a:t>
                      </a:r>
                      <a:r>
                        <a:rPr lang="en-GB" sz="1200" dirty="0">
                          <a:effectLst/>
                          <a:latin typeface="Calibri" panose="020F0502020204030204" pitchFamily="34" charset="0"/>
                        </a:rPr>
                        <a:t>('data.csv’) 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 err="1">
                          <a:effectLst/>
                          <a:latin typeface="Calibri" panose="020F0502020204030204" pitchFamily="34" charset="0"/>
                        </a:rPr>
                        <a:t>df</a:t>
                      </a:r>
                      <a:r>
                        <a:rPr lang="en-GB" sz="1200" dirty="0">
                          <a:effectLst/>
                          <a:latin typeface="Calibri" panose="020F0502020204030204" pitchFamily="34" charset="0"/>
                        </a:rPr>
                        <a:t> = </a:t>
                      </a:r>
                      <a:r>
                        <a:rPr lang="en-GB" sz="1200" dirty="0" err="1">
                          <a:effectLst/>
                          <a:latin typeface="Calibri" panose="020F0502020204030204" pitchFamily="34" charset="0"/>
                        </a:rPr>
                        <a:t>pd.read_excel</a:t>
                      </a:r>
                      <a:r>
                        <a:rPr lang="en-GB" sz="1200" dirty="0">
                          <a:effectLst/>
                          <a:latin typeface="Calibri" panose="020F0502020204030204" pitchFamily="34" charset="0"/>
                        </a:rPr>
                        <a:t>('data.xlsx')</a:t>
                      </a:r>
                    </a:p>
                  </a:txBody>
                  <a:tcPr marL="29128" marR="29128" marT="29128" marB="2912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4645240"/>
                  </a:ext>
                </a:extLst>
              </a:tr>
              <a:tr h="154381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dirty="0">
                          <a:effectLst/>
                          <a:latin typeface="Calibri" panose="020F0502020204030204" pitchFamily="34" charset="0"/>
                        </a:rPr>
                        <a:t>Exporting Data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9128" marR="29128" marT="29128" marB="2912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 err="1">
                          <a:effectLst/>
                          <a:latin typeface="Calibri" panose="020F0502020204030204" pitchFamily="34" charset="0"/>
                        </a:rPr>
                        <a:t>df.to_csv</a:t>
                      </a:r>
                      <a:r>
                        <a:rPr lang="en-GB" sz="1200" dirty="0">
                          <a:effectLst/>
                          <a:latin typeface="Calibri" panose="020F0502020204030204" pitchFamily="34" charset="0"/>
                        </a:rPr>
                        <a:t>()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 err="1">
                          <a:effectLst/>
                          <a:latin typeface="Calibri" panose="020F0502020204030204" pitchFamily="34" charset="0"/>
                        </a:rPr>
                        <a:t>df.to_excel</a:t>
                      </a:r>
                      <a:r>
                        <a:rPr lang="en-GB" sz="1200" dirty="0">
                          <a:effectLst/>
                          <a:latin typeface="Calibri" panose="020F0502020204030204" pitchFamily="34" charset="0"/>
                        </a:rPr>
                        <a:t>()</a:t>
                      </a:r>
                    </a:p>
                  </a:txBody>
                  <a:tcPr marL="29128" marR="29128" marT="29128" marB="2912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</a:rPr>
                        <a:t>Save the </a:t>
                      </a:r>
                      <a:r>
                        <a:rPr lang="en-GB" sz="1200" dirty="0" err="1">
                          <a:effectLst/>
                          <a:latin typeface="Calibri" panose="020F0502020204030204" pitchFamily="34" charset="0"/>
                        </a:rPr>
                        <a:t>DataFrame</a:t>
                      </a:r>
                      <a:r>
                        <a:rPr lang="en-GB" sz="1200" dirty="0">
                          <a:effectLst/>
                          <a:latin typeface="Calibri" panose="020F0502020204030204" pitchFamily="34" charset="0"/>
                        </a:rPr>
                        <a:t> to a CSV or Excel file. You can also export to other formats (JSON, SQL, etc.).</a:t>
                      </a:r>
                    </a:p>
                  </a:txBody>
                  <a:tcPr marL="29128" marR="29128" marT="29128" marB="2912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 err="1">
                          <a:effectLst/>
                          <a:latin typeface="Calibri" panose="020F0502020204030204" pitchFamily="34" charset="0"/>
                        </a:rPr>
                        <a:t>df.to_csv</a:t>
                      </a:r>
                      <a:r>
                        <a:rPr lang="en-GB" sz="1200" dirty="0">
                          <a:effectLst/>
                          <a:latin typeface="Calibri" panose="020F0502020204030204" pitchFamily="34" charset="0"/>
                        </a:rPr>
                        <a:t>('output.csv', index=False)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 err="1">
                          <a:effectLst/>
                          <a:latin typeface="Calibri" panose="020F0502020204030204" pitchFamily="34" charset="0"/>
                        </a:rPr>
                        <a:t>df.to_excel</a:t>
                      </a:r>
                      <a:r>
                        <a:rPr lang="en-GB" sz="1200" dirty="0">
                          <a:effectLst/>
                          <a:latin typeface="Calibri" panose="020F0502020204030204" pitchFamily="34" charset="0"/>
                        </a:rPr>
                        <a:t>('output.xlsx')</a:t>
                      </a:r>
                    </a:p>
                  </a:txBody>
                  <a:tcPr marL="29128" marR="29128" marT="29128" marB="2912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575261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76F98C4B-2F8C-F48B-C966-0AF68734C9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8886386"/>
              </p:ext>
            </p:extLst>
          </p:nvPr>
        </p:nvGraphicFramePr>
        <p:xfrm>
          <a:off x="484862" y="3288706"/>
          <a:ext cx="8279957" cy="2158672"/>
        </p:xfrm>
        <a:graphic>
          <a:graphicData uri="http://schemas.openxmlformats.org/drawingml/2006/table">
            <a:tbl>
              <a:tblPr/>
              <a:tblGrid>
                <a:gridCol w="1286981">
                  <a:extLst>
                    <a:ext uri="{9D8B030D-6E8A-4147-A177-3AD203B41FA5}">
                      <a16:colId xmlns:a16="http://schemas.microsoft.com/office/drawing/2014/main" val="3864739952"/>
                    </a:ext>
                  </a:extLst>
                </a:gridCol>
                <a:gridCol w="1218975">
                  <a:extLst>
                    <a:ext uri="{9D8B030D-6E8A-4147-A177-3AD203B41FA5}">
                      <a16:colId xmlns:a16="http://schemas.microsoft.com/office/drawing/2014/main" val="913577105"/>
                    </a:ext>
                  </a:extLst>
                </a:gridCol>
                <a:gridCol w="3284854">
                  <a:extLst>
                    <a:ext uri="{9D8B030D-6E8A-4147-A177-3AD203B41FA5}">
                      <a16:colId xmlns:a16="http://schemas.microsoft.com/office/drawing/2014/main" val="654156283"/>
                    </a:ext>
                  </a:extLst>
                </a:gridCol>
                <a:gridCol w="2489147">
                  <a:extLst>
                    <a:ext uri="{9D8B030D-6E8A-4147-A177-3AD203B41FA5}">
                      <a16:colId xmlns:a16="http://schemas.microsoft.com/office/drawing/2014/main" val="1993347035"/>
                    </a:ext>
                  </a:extLst>
                </a:gridCol>
              </a:tblGrid>
              <a:tr h="154381">
                <a:tc gridSpan="4">
                  <a:txBody>
                    <a:bodyPr/>
                    <a:lstStyle/>
                    <a:p>
                      <a:r>
                        <a:rPr lang="en-GB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Data Inspection and Descriptives</a:t>
                      </a:r>
                      <a:endParaRPr lang="en-GB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9128" marR="29128" marT="29128" marB="2912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9128" marR="29128" marT="29128" marB="2912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6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9128" marR="29128" marT="29128" marB="2912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9128" marR="29128" marT="29128" marB="2912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1172236"/>
                  </a:ext>
                </a:extLst>
              </a:tr>
              <a:tr h="154381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dirty="0"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Operation</a:t>
                      </a:r>
                      <a:endParaRPr lang="en-GB" sz="1200" dirty="0"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9128" marR="29128" marT="29128" marB="2912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dirty="0"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Command</a:t>
                      </a:r>
                      <a:endParaRPr lang="en-GB" sz="1200" dirty="0"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9128" marR="29128" marT="29128" marB="2912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dirty="0"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Description</a:t>
                      </a:r>
                      <a:endParaRPr lang="en-GB" sz="1200" dirty="0"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9128" marR="29128" marT="29128" marB="2912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dirty="0"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Python Example</a:t>
                      </a:r>
                      <a:endParaRPr lang="en-GB" sz="1200" dirty="0"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9128" marR="29128" marT="29128" marB="2912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7159494"/>
                  </a:ext>
                </a:extLst>
              </a:tr>
              <a:tr h="242955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dirty="0">
                          <a:effectLst/>
                          <a:latin typeface="Calibri" panose="020F0502020204030204" pitchFamily="34" charset="0"/>
                        </a:rPr>
                        <a:t>Viewing Data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 err="1">
                          <a:effectLst/>
                          <a:latin typeface="Calibri" panose="020F0502020204030204" pitchFamily="34" charset="0"/>
                        </a:rPr>
                        <a:t>df.head</a:t>
                      </a:r>
                      <a:r>
                        <a:rPr lang="en-GB" sz="1200" dirty="0">
                          <a:effectLst/>
                          <a:latin typeface="Calibri" panose="020F0502020204030204" pitchFamily="34" charset="0"/>
                        </a:rPr>
                        <a:t>() 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 err="1">
                          <a:effectLst/>
                          <a:latin typeface="Calibri" panose="020F0502020204030204" pitchFamily="34" charset="0"/>
                        </a:rPr>
                        <a:t>df.tail</a:t>
                      </a:r>
                      <a:r>
                        <a:rPr lang="en-GB" sz="1200" dirty="0">
                          <a:effectLst/>
                          <a:latin typeface="Calibri" panose="020F0502020204030204" pitchFamily="34" charset="0"/>
                        </a:rPr>
                        <a:t>()</a:t>
                      </a: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</a:rPr>
                        <a:t>Display the first or last 5 rows of the </a:t>
                      </a:r>
                      <a:r>
                        <a:rPr lang="en-GB" sz="1200" dirty="0" err="1">
                          <a:effectLst/>
                          <a:latin typeface="Calibri" panose="020F0502020204030204" pitchFamily="34" charset="0"/>
                        </a:rPr>
                        <a:t>DataFrame</a:t>
                      </a:r>
                      <a:r>
                        <a:rPr lang="en-GB" sz="1200" dirty="0">
                          <a:effectLst/>
                          <a:latin typeface="Calibri" panose="020F0502020204030204" pitchFamily="34" charset="0"/>
                        </a:rPr>
                        <a:t> by default. Else, specify the number as the argument.</a:t>
                      </a: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 err="1">
                          <a:effectLst/>
                          <a:latin typeface="Calibri" panose="020F0502020204030204" pitchFamily="34" charset="0"/>
                        </a:rPr>
                        <a:t>df.head</a:t>
                      </a:r>
                      <a:r>
                        <a:rPr lang="en-GB" sz="1200" dirty="0">
                          <a:effectLst/>
                          <a:latin typeface="Calibri" panose="020F0502020204030204" pitchFamily="34" charset="0"/>
                        </a:rPr>
                        <a:t>(3)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GB" sz="1200" dirty="0" err="1">
                          <a:effectLst/>
                          <a:latin typeface="Calibri" panose="020F0502020204030204" pitchFamily="34" charset="0"/>
                        </a:rPr>
                        <a:t>df.tail</a:t>
                      </a:r>
                      <a:r>
                        <a:rPr lang="en-GB" sz="1200" dirty="0">
                          <a:effectLst/>
                          <a:latin typeface="Calibri" panose="020F0502020204030204" pitchFamily="34" charset="0"/>
                        </a:rPr>
                        <a:t>(2)</a:t>
                      </a: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2089458"/>
                  </a:ext>
                </a:extLst>
              </a:tr>
              <a:tr h="154381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>
                          <a:effectLst/>
                          <a:latin typeface="Calibri" panose="020F0502020204030204" pitchFamily="34" charset="0"/>
                        </a:rPr>
                        <a:t>Basic Info</a:t>
                      </a:r>
                      <a:endParaRPr lang="en-GB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</a:rPr>
                        <a:t>df.info()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 err="1">
                          <a:effectLst/>
                          <a:latin typeface="Calibri" panose="020F0502020204030204" pitchFamily="34" charset="0"/>
                        </a:rPr>
                        <a:t>df.</a:t>
                      </a:r>
                      <a:r>
                        <a:rPr lang="en-GB" sz="1200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shape</a:t>
                      </a:r>
                      <a:r>
                        <a:rPr lang="en-GB" sz="12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()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list(</a:t>
                      </a:r>
                      <a:r>
                        <a:rPr lang="en-GB" sz="1200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df.columns</a:t>
                      </a:r>
                      <a:r>
                        <a:rPr lang="en-GB" sz="12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</a:rPr>
                        <a:t>Display a concise summary of the </a:t>
                      </a:r>
                      <a:r>
                        <a:rPr lang="en-GB" sz="1200" dirty="0" err="1">
                          <a:effectLst/>
                          <a:latin typeface="Calibri" panose="020F0502020204030204" pitchFamily="34" charset="0"/>
                        </a:rPr>
                        <a:t>DataFrame</a:t>
                      </a:r>
                      <a:r>
                        <a:rPr lang="en-GB" sz="1200" dirty="0">
                          <a:effectLst/>
                          <a:latin typeface="Calibri" panose="020F0502020204030204" pitchFamily="34" charset="0"/>
                        </a:rPr>
                        <a:t>, including index, column types, and memory usage.</a:t>
                      </a: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</a:rPr>
                        <a:t>df.info()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 err="1">
                          <a:effectLst/>
                          <a:latin typeface="Calibri" panose="020F0502020204030204" pitchFamily="34" charset="0"/>
                        </a:rPr>
                        <a:t>df.</a:t>
                      </a:r>
                      <a:r>
                        <a:rPr lang="en-GB" sz="1200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shape</a:t>
                      </a:r>
                      <a:r>
                        <a:rPr lang="en-GB" sz="12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()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list(</a:t>
                      </a:r>
                      <a:r>
                        <a:rPr lang="en-GB" sz="1200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df.columns</a:t>
                      </a:r>
                      <a:r>
                        <a:rPr lang="en-GB" sz="12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4645240"/>
                  </a:ext>
                </a:extLst>
              </a:tr>
              <a:tr h="154381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>
                          <a:effectLst/>
                          <a:latin typeface="Calibri" panose="020F0502020204030204" pitchFamily="34" charset="0"/>
                        </a:rPr>
                        <a:t>Statistics</a:t>
                      </a:r>
                      <a:endParaRPr lang="en-GB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</a:rPr>
                        <a:t>df.describe()</a:t>
                      </a: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</a:rPr>
                        <a:t>Generate summary statistics (count, mean, std, min, max, quartiles) for numerical columns.</a:t>
                      </a: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 err="1">
                          <a:effectLst/>
                          <a:latin typeface="Calibri" panose="020F0502020204030204" pitchFamily="34" charset="0"/>
                        </a:rPr>
                        <a:t>df.describe</a:t>
                      </a:r>
                      <a:r>
                        <a:rPr lang="en-GB" sz="1200" dirty="0">
                          <a:effectLst/>
                          <a:latin typeface="Calibri" panose="020F0502020204030204" pitchFamily="34" charset="0"/>
                        </a:rPr>
                        <a:t>()</a:t>
                      </a: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575261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D49D2D24-E21A-EC67-526E-FE303A1958E6}"/>
              </a:ext>
            </a:extLst>
          </p:cNvPr>
          <p:cNvSpPr/>
          <p:nvPr/>
        </p:nvSpPr>
        <p:spPr>
          <a:xfrm>
            <a:off x="4167739" y="2186077"/>
            <a:ext cx="7745787" cy="33388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0210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4490E2-81E2-CF54-A164-6A3C05DDF1E6}"/>
              </a:ext>
            </a:extLst>
          </p:cNvPr>
          <p:cNvSpPr/>
          <p:nvPr/>
        </p:nvSpPr>
        <p:spPr>
          <a:xfrm>
            <a:off x="-1" y="740229"/>
            <a:ext cx="9111343" cy="535577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571950-9E66-E274-D4F3-0A45E0865102}"/>
              </a:ext>
            </a:extLst>
          </p:cNvPr>
          <p:cNvSpPr/>
          <p:nvPr/>
        </p:nvSpPr>
        <p:spPr>
          <a:xfrm>
            <a:off x="9307286" y="751113"/>
            <a:ext cx="2884714" cy="535577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CBDB60-C3FE-EC11-1E52-50350CD613EF}"/>
              </a:ext>
            </a:extLst>
          </p:cNvPr>
          <p:cNvSpPr txBox="1"/>
          <p:nvPr/>
        </p:nvSpPr>
        <p:spPr>
          <a:xfrm>
            <a:off x="9507980" y="1052512"/>
            <a:ext cx="2368334" cy="447238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lang="en-GB" sz="3000" b="1" dirty="0" err="1">
                <a:solidFill>
                  <a:schemeClr val="tx2"/>
                </a:solidFill>
              </a:rPr>
              <a:t>DataFrame</a:t>
            </a:r>
            <a:endParaRPr lang="en-GB" sz="3000" b="1" dirty="0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GB" sz="1600" dirty="0">
                <a:solidFill>
                  <a:schemeClr val="tx2"/>
                </a:solidFill>
              </a:rPr>
              <a:t>Creating the </a:t>
            </a:r>
            <a:r>
              <a:rPr lang="en-GB" sz="1600" dirty="0" err="1">
                <a:solidFill>
                  <a:schemeClr val="tx2"/>
                </a:solidFill>
              </a:rPr>
              <a:t>DataFrame</a:t>
            </a:r>
            <a:endParaRPr lang="en-GB" sz="1600" dirty="0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  <a:spcAft>
                <a:spcPts val="1000"/>
              </a:spcAft>
            </a:pPr>
            <a:endParaRPr lang="en-GB" sz="1600" dirty="0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  <a:spcAft>
                <a:spcPts val="1000"/>
              </a:spcAft>
            </a:pPr>
            <a:endParaRPr lang="en-GB" sz="1600" dirty="0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  <a:spcAft>
                <a:spcPts val="1000"/>
              </a:spcAft>
            </a:pPr>
            <a:endParaRPr lang="en-GB" sz="1600" dirty="0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  <a:spcAft>
                <a:spcPts val="1000"/>
              </a:spcAft>
            </a:pPr>
            <a:endParaRPr lang="en-GB" sz="1600" dirty="0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  <a:spcAft>
                <a:spcPts val="1000"/>
              </a:spcAft>
            </a:pPr>
            <a:endParaRPr lang="en-GB" sz="1600" dirty="0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  <a:spcAft>
                <a:spcPts val="1000"/>
              </a:spcAft>
            </a:pPr>
            <a:endParaRPr lang="en-GB" sz="16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9A24D5-DE76-CF24-CA28-934DD03C649D}"/>
              </a:ext>
            </a:extLst>
          </p:cNvPr>
          <p:cNvSpPr/>
          <p:nvPr/>
        </p:nvSpPr>
        <p:spPr>
          <a:xfrm>
            <a:off x="9545193" y="2186077"/>
            <a:ext cx="2368333" cy="33388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CDE616-8683-D63D-DBC1-4DA83BCC1831}"/>
              </a:ext>
            </a:extLst>
          </p:cNvPr>
          <p:cNvSpPr txBox="1"/>
          <p:nvPr/>
        </p:nvSpPr>
        <p:spPr>
          <a:xfrm>
            <a:off x="9507980" y="5604214"/>
            <a:ext cx="2269156" cy="333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GB" sz="1400" dirty="0">
                <a:solidFill>
                  <a:schemeClr val="tx2"/>
                </a:solidFill>
              </a:rPr>
              <a:t>Package: Pandas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8DF4D96-8975-A29A-8BFB-9498576233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1089025"/>
              </p:ext>
            </p:extLst>
          </p:nvPr>
        </p:nvGraphicFramePr>
        <p:xfrm>
          <a:off x="484863" y="946632"/>
          <a:ext cx="8279957" cy="2153134"/>
        </p:xfrm>
        <a:graphic>
          <a:graphicData uri="http://schemas.openxmlformats.org/drawingml/2006/table">
            <a:tbl>
              <a:tblPr/>
              <a:tblGrid>
                <a:gridCol w="1286981">
                  <a:extLst>
                    <a:ext uri="{9D8B030D-6E8A-4147-A177-3AD203B41FA5}">
                      <a16:colId xmlns:a16="http://schemas.microsoft.com/office/drawing/2014/main" val="3864739952"/>
                    </a:ext>
                  </a:extLst>
                </a:gridCol>
                <a:gridCol w="1218975">
                  <a:extLst>
                    <a:ext uri="{9D8B030D-6E8A-4147-A177-3AD203B41FA5}">
                      <a16:colId xmlns:a16="http://schemas.microsoft.com/office/drawing/2014/main" val="913577105"/>
                    </a:ext>
                  </a:extLst>
                </a:gridCol>
                <a:gridCol w="3255977">
                  <a:extLst>
                    <a:ext uri="{9D8B030D-6E8A-4147-A177-3AD203B41FA5}">
                      <a16:colId xmlns:a16="http://schemas.microsoft.com/office/drawing/2014/main" val="654156283"/>
                    </a:ext>
                  </a:extLst>
                </a:gridCol>
                <a:gridCol w="2518024">
                  <a:extLst>
                    <a:ext uri="{9D8B030D-6E8A-4147-A177-3AD203B41FA5}">
                      <a16:colId xmlns:a16="http://schemas.microsoft.com/office/drawing/2014/main" val="1993347035"/>
                    </a:ext>
                  </a:extLst>
                </a:gridCol>
              </a:tblGrid>
              <a:tr h="154381">
                <a:tc gridSpan="4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GB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Data Selection &amp; Filtering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Operations that involve selecting specific data from the </a:t>
                      </a:r>
                      <a:r>
                        <a:rPr kumimoji="0" lang="en-GB" altLang="en-US" sz="14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DataFrame</a:t>
                      </a:r>
                      <a:r>
                        <a:rPr kumimoji="0" lang="en-GB" altLang="en-US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by rows, columns, or conditions.</a:t>
                      </a:r>
                    </a:p>
                  </a:txBody>
                  <a:tcPr marL="29128" marR="29128" marT="29128" marB="2912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9128" marR="29128" marT="29128" marB="2912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6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9128" marR="29128" marT="29128" marB="2912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9128" marR="29128" marT="29128" marB="2912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1172236"/>
                  </a:ext>
                </a:extLst>
              </a:tr>
              <a:tr h="154381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dirty="0"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Operation</a:t>
                      </a:r>
                      <a:endParaRPr lang="en-GB" sz="1200" dirty="0"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9128" marR="29128" marT="29128" marB="2912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dirty="0"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Command</a:t>
                      </a:r>
                      <a:endParaRPr lang="en-GB" sz="1200" dirty="0"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9128" marR="29128" marT="29128" marB="2912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dirty="0"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Description</a:t>
                      </a:r>
                      <a:endParaRPr lang="en-GB" sz="1200" dirty="0"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9128" marR="29128" marT="29128" marB="2912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dirty="0"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Python Example</a:t>
                      </a:r>
                      <a:endParaRPr lang="en-GB" sz="1200" dirty="0"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9128" marR="29128" marT="29128" marB="2912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7159494"/>
                  </a:ext>
                </a:extLst>
              </a:tr>
              <a:tr h="242955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dirty="0">
                          <a:effectLst/>
                          <a:latin typeface="Calibri" panose="020F0502020204030204" pitchFamily="34" charset="0"/>
                        </a:rPr>
                        <a:t>Selecting Columns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797" marR="44797" marT="44797" marB="4479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 err="1">
                          <a:effectLst/>
                          <a:latin typeface="Calibri" panose="020F0502020204030204" pitchFamily="34" charset="0"/>
                        </a:rPr>
                        <a:t>df</a:t>
                      </a:r>
                      <a:r>
                        <a:rPr lang="en-GB" sz="1200" dirty="0">
                          <a:effectLst/>
                          <a:latin typeface="Calibri" panose="020F0502020204030204" pitchFamily="34" charset="0"/>
                        </a:rPr>
                        <a:t>['</a:t>
                      </a:r>
                      <a:r>
                        <a:rPr lang="en-GB" sz="1200" dirty="0" err="1">
                          <a:effectLst/>
                          <a:latin typeface="Calibri" panose="020F0502020204030204" pitchFamily="34" charset="0"/>
                        </a:rPr>
                        <a:t>col_name</a:t>
                      </a:r>
                      <a:r>
                        <a:rPr lang="en-GB" sz="1200" dirty="0">
                          <a:effectLst/>
                          <a:latin typeface="Calibri" panose="020F0502020204030204" pitchFamily="34" charset="0"/>
                        </a:rPr>
                        <a:t>'] / </a:t>
                      </a:r>
                      <a:r>
                        <a:rPr lang="en-GB" sz="1200" dirty="0" err="1">
                          <a:effectLst/>
                          <a:latin typeface="Calibri" panose="020F0502020204030204" pitchFamily="34" charset="0"/>
                        </a:rPr>
                        <a:t>df</a:t>
                      </a:r>
                      <a:r>
                        <a:rPr lang="en-GB" sz="1200" dirty="0">
                          <a:effectLst/>
                          <a:latin typeface="Calibri" panose="020F0502020204030204" pitchFamily="34" charset="0"/>
                        </a:rPr>
                        <a:t>[['col1', 'col2']]</a:t>
                      </a:r>
                    </a:p>
                  </a:txBody>
                  <a:tcPr marL="44797" marR="44797" marT="44797" marB="4479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</a:rPr>
                        <a:t>Select a single or multiple columns from the </a:t>
                      </a:r>
                      <a:r>
                        <a:rPr lang="en-GB" sz="1200" dirty="0" err="1">
                          <a:effectLst/>
                          <a:latin typeface="Calibri" panose="020F0502020204030204" pitchFamily="34" charset="0"/>
                        </a:rPr>
                        <a:t>DataFrame</a:t>
                      </a:r>
                      <a:r>
                        <a:rPr lang="en-GB" sz="1200" dirty="0">
                          <a:effectLst/>
                          <a:latin typeface="Calibri" panose="020F0502020204030204" pitchFamily="34" charset="0"/>
                        </a:rPr>
                        <a:t>.</a:t>
                      </a:r>
                    </a:p>
                  </a:txBody>
                  <a:tcPr marL="44797" marR="44797" marT="44797" marB="4479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 err="1">
                          <a:effectLst/>
                          <a:latin typeface="Calibri" panose="020F0502020204030204" pitchFamily="34" charset="0"/>
                        </a:rPr>
                        <a:t>df</a:t>
                      </a:r>
                      <a:r>
                        <a:rPr lang="en-GB" sz="1200" dirty="0">
                          <a:effectLst/>
                          <a:latin typeface="Calibri" panose="020F0502020204030204" pitchFamily="34" charset="0"/>
                        </a:rPr>
                        <a:t>['A'] / </a:t>
                      </a:r>
                      <a:r>
                        <a:rPr lang="en-GB" sz="1200" dirty="0" err="1">
                          <a:effectLst/>
                          <a:latin typeface="Calibri" panose="020F0502020204030204" pitchFamily="34" charset="0"/>
                        </a:rPr>
                        <a:t>df</a:t>
                      </a:r>
                      <a:r>
                        <a:rPr lang="en-GB" sz="1200" dirty="0">
                          <a:effectLst/>
                          <a:latin typeface="Calibri" panose="020F0502020204030204" pitchFamily="34" charset="0"/>
                        </a:rPr>
                        <a:t>[['A', 'B']]</a:t>
                      </a:r>
                    </a:p>
                  </a:txBody>
                  <a:tcPr marL="44797" marR="44797" marT="44797" marB="4479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2089458"/>
                  </a:ext>
                </a:extLst>
              </a:tr>
              <a:tr h="154381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>
                          <a:effectLst/>
                          <a:latin typeface="Calibri" panose="020F0502020204030204" pitchFamily="34" charset="0"/>
                        </a:rPr>
                        <a:t>Selecting Rows by Index</a:t>
                      </a:r>
                      <a:endParaRPr lang="en-GB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797" marR="44797" marT="44797" marB="4479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</a:rPr>
                        <a:t>df.loc[] / df.iloc[]</a:t>
                      </a:r>
                    </a:p>
                  </a:txBody>
                  <a:tcPr marL="44797" marR="44797" marT="44797" marB="4479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</a:rPr>
                        <a:t>Select rows by index label (loc) or integer position (</a:t>
                      </a:r>
                      <a:r>
                        <a:rPr lang="en-GB" sz="1200" dirty="0" err="1">
                          <a:effectLst/>
                          <a:latin typeface="Calibri" panose="020F0502020204030204" pitchFamily="34" charset="0"/>
                        </a:rPr>
                        <a:t>iloc</a:t>
                      </a:r>
                      <a:r>
                        <a:rPr lang="en-GB" sz="1200" dirty="0">
                          <a:effectLst/>
                          <a:latin typeface="Calibri" panose="020F0502020204030204" pitchFamily="34" charset="0"/>
                        </a:rPr>
                        <a:t>).</a:t>
                      </a:r>
                    </a:p>
                  </a:txBody>
                  <a:tcPr marL="44797" marR="44797" marT="44797" marB="4479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 err="1">
                          <a:effectLst/>
                          <a:latin typeface="Calibri" panose="020F0502020204030204" pitchFamily="34" charset="0"/>
                        </a:rPr>
                        <a:t>df.loc</a:t>
                      </a:r>
                      <a:r>
                        <a:rPr lang="en-GB" sz="1200" dirty="0">
                          <a:effectLst/>
                          <a:latin typeface="Calibri" panose="020F0502020204030204" pitchFamily="34" charset="0"/>
                        </a:rPr>
                        <a:t>[0] / </a:t>
                      </a:r>
                      <a:r>
                        <a:rPr lang="en-GB" sz="1200" dirty="0" err="1">
                          <a:effectLst/>
                          <a:latin typeface="Calibri" panose="020F0502020204030204" pitchFamily="34" charset="0"/>
                        </a:rPr>
                        <a:t>df.iloc</a:t>
                      </a:r>
                      <a:r>
                        <a:rPr lang="en-GB" sz="1200" dirty="0">
                          <a:effectLst/>
                          <a:latin typeface="Calibri" panose="020F0502020204030204" pitchFamily="34" charset="0"/>
                        </a:rPr>
                        <a:t>[1]</a:t>
                      </a:r>
                    </a:p>
                  </a:txBody>
                  <a:tcPr marL="44797" marR="44797" marT="44797" marB="4479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4645240"/>
                  </a:ext>
                </a:extLst>
              </a:tr>
              <a:tr h="154381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>
                          <a:effectLst/>
                          <a:latin typeface="Calibri" panose="020F0502020204030204" pitchFamily="34" charset="0"/>
                        </a:rPr>
                        <a:t>Filtering Data</a:t>
                      </a:r>
                      <a:endParaRPr lang="en-GB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797" marR="44797" marT="44797" marB="4479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</a:rPr>
                        <a:t>df[df['col'] &gt; value]</a:t>
                      </a:r>
                    </a:p>
                  </a:txBody>
                  <a:tcPr marL="44797" marR="44797" marT="44797" marB="4479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</a:rPr>
                        <a:t>Filter rows based on a condition applied to a column.</a:t>
                      </a:r>
                    </a:p>
                  </a:txBody>
                  <a:tcPr marL="44797" marR="44797" marT="44797" marB="4479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 err="1">
                          <a:effectLst/>
                          <a:latin typeface="Calibri" panose="020F0502020204030204" pitchFamily="34" charset="0"/>
                        </a:rPr>
                        <a:t>df</a:t>
                      </a:r>
                      <a:r>
                        <a:rPr lang="en-GB" sz="1200" dirty="0">
                          <a:effectLst/>
                          <a:latin typeface="Calibri" panose="020F0502020204030204" pitchFamily="34" charset="0"/>
                        </a:rPr>
                        <a:t>[</a:t>
                      </a:r>
                      <a:r>
                        <a:rPr lang="en-GB" sz="1200" dirty="0" err="1">
                          <a:effectLst/>
                          <a:latin typeface="Calibri" panose="020F0502020204030204" pitchFamily="34" charset="0"/>
                        </a:rPr>
                        <a:t>df</a:t>
                      </a:r>
                      <a:r>
                        <a:rPr lang="en-GB" sz="1200" dirty="0">
                          <a:effectLst/>
                          <a:latin typeface="Calibri" panose="020F0502020204030204" pitchFamily="34" charset="0"/>
                        </a:rPr>
                        <a:t>['A'] &gt; 1]</a:t>
                      </a:r>
                    </a:p>
                  </a:txBody>
                  <a:tcPr marL="44797" marR="44797" marT="44797" marB="4479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575261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76F98C4B-2F8C-F48B-C966-0AF68734C9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2603575"/>
              </p:ext>
            </p:extLst>
          </p:nvPr>
        </p:nvGraphicFramePr>
        <p:xfrm>
          <a:off x="484862" y="3336830"/>
          <a:ext cx="8279957" cy="2492376"/>
        </p:xfrm>
        <a:graphic>
          <a:graphicData uri="http://schemas.openxmlformats.org/drawingml/2006/table">
            <a:tbl>
              <a:tblPr/>
              <a:tblGrid>
                <a:gridCol w="1286981">
                  <a:extLst>
                    <a:ext uri="{9D8B030D-6E8A-4147-A177-3AD203B41FA5}">
                      <a16:colId xmlns:a16="http://schemas.microsoft.com/office/drawing/2014/main" val="3864739952"/>
                    </a:ext>
                  </a:extLst>
                </a:gridCol>
                <a:gridCol w="1218975">
                  <a:extLst>
                    <a:ext uri="{9D8B030D-6E8A-4147-A177-3AD203B41FA5}">
                      <a16:colId xmlns:a16="http://schemas.microsoft.com/office/drawing/2014/main" val="913577105"/>
                    </a:ext>
                  </a:extLst>
                </a:gridCol>
                <a:gridCol w="3275228">
                  <a:extLst>
                    <a:ext uri="{9D8B030D-6E8A-4147-A177-3AD203B41FA5}">
                      <a16:colId xmlns:a16="http://schemas.microsoft.com/office/drawing/2014/main" val="654156283"/>
                    </a:ext>
                  </a:extLst>
                </a:gridCol>
                <a:gridCol w="2498773">
                  <a:extLst>
                    <a:ext uri="{9D8B030D-6E8A-4147-A177-3AD203B41FA5}">
                      <a16:colId xmlns:a16="http://schemas.microsoft.com/office/drawing/2014/main" val="1993347035"/>
                    </a:ext>
                  </a:extLst>
                </a:gridCol>
              </a:tblGrid>
              <a:tr h="154381">
                <a:tc gridSpan="4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GB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 Data Manipulation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400" b="0" i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Operations that modify or update the </a:t>
                      </a:r>
                      <a:r>
                        <a:rPr kumimoji="0" lang="en-GB" altLang="en-US" sz="1400" b="0" i="1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DataFrame</a:t>
                      </a:r>
                      <a:r>
                        <a:rPr kumimoji="0" lang="en-GB" altLang="en-US" sz="1400" b="0" i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by adding, removing, or altering data</a:t>
                      </a:r>
                      <a:endParaRPr kumimoji="0" lang="en-GB" sz="1400" b="0" i="1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29128" marR="29128" marT="29128" marB="2912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9128" marR="29128" marT="29128" marB="2912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6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9128" marR="29128" marT="29128" marB="2912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9128" marR="29128" marT="29128" marB="2912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1172236"/>
                  </a:ext>
                </a:extLst>
              </a:tr>
              <a:tr h="154381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dirty="0"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Operation</a:t>
                      </a:r>
                      <a:endParaRPr lang="en-GB" sz="1200" dirty="0"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9128" marR="29128" marT="29128" marB="2912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dirty="0"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Command</a:t>
                      </a:r>
                      <a:endParaRPr lang="en-GB" sz="1200" dirty="0"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9128" marR="29128" marT="29128" marB="2912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dirty="0"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Description</a:t>
                      </a:r>
                      <a:endParaRPr lang="en-GB" sz="1200" dirty="0"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9128" marR="29128" marT="29128" marB="2912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dirty="0"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Python Example</a:t>
                      </a:r>
                      <a:endParaRPr lang="en-GB" sz="1200" dirty="0"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9128" marR="29128" marT="29128" marB="2912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7159494"/>
                  </a:ext>
                </a:extLst>
              </a:tr>
              <a:tr h="242955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dirty="0">
                          <a:effectLst/>
                          <a:latin typeface="Calibri" panose="020F0502020204030204" pitchFamily="34" charset="0"/>
                        </a:rPr>
                        <a:t>Adding a Column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283" marR="30283" marT="30283" marB="3028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</a:rPr>
                        <a:t>df['new_col'] = ...</a:t>
                      </a:r>
                    </a:p>
                  </a:txBody>
                  <a:tcPr marL="30283" marR="30283" marT="30283" marB="3028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</a:rPr>
                        <a:t>Add or assign values to a new or existing column.</a:t>
                      </a:r>
                    </a:p>
                  </a:txBody>
                  <a:tcPr marL="30283" marR="30283" marT="30283" marB="3028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</a:rPr>
                        <a:t>df['C'] = df['A'] + df['B']</a:t>
                      </a:r>
                    </a:p>
                  </a:txBody>
                  <a:tcPr marL="30283" marR="30283" marT="30283" marB="3028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2089458"/>
                  </a:ext>
                </a:extLst>
              </a:tr>
              <a:tr h="154381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dirty="0">
                          <a:effectLst/>
                          <a:latin typeface="Calibri" panose="020F0502020204030204" pitchFamily="34" charset="0"/>
                        </a:rPr>
                        <a:t>Dropping Rows/Columns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283" marR="30283" marT="30283" marB="3028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 err="1">
                          <a:effectLst/>
                          <a:latin typeface="Calibri" panose="020F0502020204030204" pitchFamily="34" charset="0"/>
                        </a:rPr>
                        <a:t>df.drop</a:t>
                      </a:r>
                      <a:r>
                        <a:rPr lang="en-GB" sz="1200" dirty="0">
                          <a:effectLst/>
                          <a:latin typeface="Calibri" panose="020F0502020204030204" pitchFamily="34" charset="0"/>
                        </a:rPr>
                        <a:t>()</a:t>
                      </a:r>
                    </a:p>
                  </a:txBody>
                  <a:tcPr marL="30283" marR="30283" marT="30283" marB="3028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</a:rPr>
                        <a:t>Remove rows or columns by label or index.</a:t>
                      </a:r>
                    </a:p>
                  </a:txBody>
                  <a:tcPr marL="30283" marR="30283" marT="30283" marB="3028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 err="1">
                          <a:effectLst/>
                          <a:latin typeface="Calibri" panose="020F0502020204030204" pitchFamily="34" charset="0"/>
                        </a:rPr>
                        <a:t>df.drop</a:t>
                      </a:r>
                      <a:r>
                        <a:rPr lang="en-GB" sz="1200" dirty="0">
                          <a:effectLst/>
                          <a:latin typeface="Calibri" panose="020F0502020204030204" pitchFamily="34" charset="0"/>
                        </a:rPr>
                        <a:t>('A', axis=1) / </a:t>
                      </a:r>
                      <a:r>
                        <a:rPr lang="en-GB" sz="1200" dirty="0" err="1">
                          <a:effectLst/>
                          <a:latin typeface="Calibri" panose="020F0502020204030204" pitchFamily="34" charset="0"/>
                        </a:rPr>
                        <a:t>df.drop</a:t>
                      </a:r>
                      <a:r>
                        <a:rPr lang="en-GB" sz="1200" dirty="0">
                          <a:effectLst/>
                          <a:latin typeface="Calibri" panose="020F0502020204030204" pitchFamily="34" charset="0"/>
                        </a:rPr>
                        <a:t>(0, axis=0)</a:t>
                      </a:r>
                    </a:p>
                  </a:txBody>
                  <a:tcPr marL="30283" marR="30283" marT="30283" marB="3028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4645240"/>
                  </a:ext>
                </a:extLst>
              </a:tr>
              <a:tr h="154381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dirty="0">
                          <a:effectLst/>
                          <a:latin typeface="Calibri" panose="020F0502020204030204" pitchFamily="34" charset="0"/>
                        </a:rPr>
                        <a:t>Renaming Columns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283" marR="30283" marT="30283" marB="3028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 err="1">
                          <a:effectLst/>
                          <a:latin typeface="Calibri" panose="020F0502020204030204" pitchFamily="34" charset="0"/>
                        </a:rPr>
                        <a:t>df.rename</a:t>
                      </a:r>
                      <a:r>
                        <a:rPr lang="en-GB" sz="1200" dirty="0">
                          <a:effectLst/>
                          <a:latin typeface="Calibri" panose="020F0502020204030204" pitchFamily="34" charset="0"/>
                        </a:rPr>
                        <a:t>(columns={'old': 'new'})</a:t>
                      </a:r>
                    </a:p>
                  </a:txBody>
                  <a:tcPr marL="30283" marR="30283" marT="30283" marB="3028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</a:rPr>
                        <a:t>Rename columns by passing a dictionary where old names are keys and new names are values.</a:t>
                      </a:r>
                    </a:p>
                  </a:txBody>
                  <a:tcPr marL="30283" marR="30283" marT="30283" marB="3028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 err="1">
                          <a:effectLst/>
                          <a:latin typeface="Calibri" panose="020F0502020204030204" pitchFamily="34" charset="0"/>
                        </a:rPr>
                        <a:t>df.rename</a:t>
                      </a:r>
                      <a:r>
                        <a:rPr lang="en-GB" sz="1200" dirty="0">
                          <a:effectLst/>
                          <a:latin typeface="Calibri" panose="020F0502020204030204" pitchFamily="34" charset="0"/>
                        </a:rPr>
                        <a:t>(columns={'A': 'Alpha'})</a:t>
                      </a:r>
                    </a:p>
                  </a:txBody>
                  <a:tcPr marL="30283" marR="30283" marT="30283" marB="3028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575261"/>
                  </a:ext>
                </a:extLst>
              </a:tr>
              <a:tr h="154381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>
                          <a:effectLst/>
                          <a:latin typeface="Calibri" panose="020F0502020204030204" pitchFamily="34" charset="0"/>
                        </a:rPr>
                        <a:t>Sorting Data</a:t>
                      </a:r>
                      <a:endParaRPr lang="en-GB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283" marR="30283" marT="30283" marB="3028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</a:rPr>
                        <a:t>df.sort_values(by='col_name')</a:t>
                      </a:r>
                    </a:p>
                  </a:txBody>
                  <a:tcPr marL="30283" marR="30283" marT="30283" marB="3028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</a:rPr>
                        <a:t>Sort the DataFrame by values in one or more columns. You can specify ascending (ascending=True/False).</a:t>
                      </a:r>
                    </a:p>
                  </a:txBody>
                  <a:tcPr marL="30283" marR="30283" marT="30283" marB="3028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 err="1">
                          <a:effectLst/>
                          <a:latin typeface="Calibri" panose="020F0502020204030204" pitchFamily="34" charset="0"/>
                        </a:rPr>
                        <a:t>df.sort_values</a:t>
                      </a:r>
                      <a:r>
                        <a:rPr lang="en-GB" sz="1200" dirty="0">
                          <a:effectLst/>
                          <a:latin typeface="Calibri" panose="020F0502020204030204" pitchFamily="34" charset="0"/>
                        </a:rPr>
                        <a:t>(by='A', ascending=False)</a:t>
                      </a:r>
                    </a:p>
                  </a:txBody>
                  <a:tcPr marL="30283" marR="30283" marT="30283" marB="3028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1820248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3DAE6858-17B1-1F19-9332-A09B27814D43}"/>
              </a:ext>
            </a:extLst>
          </p:cNvPr>
          <p:cNvSpPr/>
          <p:nvPr/>
        </p:nvSpPr>
        <p:spPr>
          <a:xfrm>
            <a:off x="4167739" y="2186077"/>
            <a:ext cx="7745787" cy="33388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31864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4490E2-81E2-CF54-A164-6A3C05DDF1E6}"/>
              </a:ext>
            </a:extLst>
          </p:cNvPr>
          <p:cNvSpPr/>
          <p:nvPr/>
        </p:nvSpPr>
        <p:spPr>
          <a:xfrm>
            <a:off x="-1" y="740229"/>
            <a:ext cx="9111343" cy="535577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571950-9E66-E274-D4F3-0A45E0865102}"/>
              </a:ext>
            </a:extLst>
          </p:cNvPr>
          <p:cNvSpPr/>
          <p:nvPr/>
        </p:nvSpPr>
        <p:spPr>
          <a:xfrm>
            <a:off x="9307286" y="751113"/>
            <a:ext cx="2884714" cy="535577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CBDB60-C3FE-EC11-1E52-50350CD613EF}"/>
              </a:ext>
            </a:extLst>
          </p:cNvPr>
          <p:cNvSpPr txBox="1"/>
          <p:nvPr/>
        </p:nvSpPr>
        <p:spPr>
          <a:xfrm>
            <a:off x="9507980" y="1052512"/>
            <a:ext cx="2368334" cy="447238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lang="en-GB" sz="3000" b="1" dirty="0" err="1">
                <a:solidFill>
                  <a:schemeClr val="tx2"/>
                </a:solidFill>
              </a:rPr>
              <a:t>DataFrame</a:t>
            </a:r>
            <a:endParaRPr lang="en-GB" sz="3000" b="1" dirty="0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GB" sz="1600" dirty="0">
                <a:solidFill>
                  <a:schemeClr val="tx2"/>
                </a:solidFill>
              </a:rPr>
              <a:t>Creating the </a:t>
            </a:r>
            <a:r>
              <a:rPr lang="en-GB" sz="1600" dirty="0" err="1">
                <a:solidFill>
                  <a:schemeClr val="tx2"/>
                </a:solidFill>
              </a:rPr>
              <a:t>DataFrame</a:t>
            </a:r>
            <a:endParaRPr lang="en-GB" sz="1600" dirty="0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  <a:spcAft>
                <a:spcPts val="1000"/>
              </a:spcAft>
            </a:pPr>
            <a:endParaRPr lang="en-GB" sz="1600" dirty="0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  <a:spcAft>
                <a:spcPts val="1000"/>
              </a:spcAft>
            </a:pPr>
            <a:endParaRPr lang="en-GB" sz="1600" dirty="0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  <a:spcAft>
                <a:spcPts val="1000"/>
              </a:spcAft>
            </a:pPr>
            <a:endParaRPr lang="en-GB" sz="1600" dirty="0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  <a:spcAft>
                <a:spcPts val="1000"/>
              </a:spcAft>
            </a:pPr>
            <a:endParaRPr lang="en-GB" sz="1600" dirty="0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  <a:spcAft>
                <a:spcPts val="1000"/>
              </a:spcAft>
            </a:pPr>
            <a:endParaRPr lang="en-GB" sz="1600" dirty="0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  <a:spcAft>
                <a:spcPts val="1000"/>
              </a:spcAft>
            </a:pPr>
            <a:endParaRPr lang="en-GB" sz="16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CDE616-8683-D63D-DBC1-4DA83BCC1831}"/>
              </a:ext>
            </a:extLst>
          </p:cNvPr>
          <p:cNvSpPr txBox="1"/>
          <p:nvPr/>
        </p:nvSpPr>
        <p:spPr>
          <a:xfrm>
            <a:off x="9507980" y="5604214"/>
            <a:ext cx="2269156" cy="333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GB" sz="1400" dirty="0">
                <a:solidFill>
                  <a:schemeClr val="tx2"/>
                </a:solidFill>
              </a:rPr>
              <a:t>Package: Pandas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8DF4D96-8975-A29A-8BFB-9498576233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5651575"/>
              </p:ext>
            </p:extLst>
          </p:nvPr>
        </p:nvGraphicFramePr>
        <p:xfrm>
          <a:off x="415691" y="2901150"/>
          <a:ext cx="8279957" cy="2869872"/>
        </p:xfrm>
        <a:graphic>
          <a:graphicData uri="http://schemas.openxmlformats.org/drawingml/2006/table">
            <a:tbl>
              <a:tblPr/>
              <a:tblGrid>
                <a:gridCol w="1286981">
                  <a:extLst>
                    <a:ext uri="{9D8B030D-6E8A-4147-A177-3AD203B41FA5}">
                      <a16:colId xmlns:a16="http://schemas.microsoft.com/office/drawing/2014/main" val="3864739952"/>
                    </a:ext>
                  </a:extLst>
                </a:gridCol>
                <a:gridCol w="1218975">
                  <a:extLst>
                    <a:ext uri="{9D8B030D-6E8A-4147-A177-3AD203B41FA5}">
                      <a16:colId xmlns:a16="http://schemas.microsoft.com/office/drawing/2014/main" val="913577105"/>
                    </a:ext>
                  </a:extLst>
                </a:gridCol>
                <a:gridCol w="3255977">
                  <a:extLst>
                    <a:ext uri="{9D8B030D-6E8A-4147-A177-3AD203B41FA5}">
                      <a16:colId xmlns:a16="http://schemas.microsoft.com/office/drawing/2014/main" val="654156283"/>
                    </a:ext>
                  </a:extLst>
                </a:gridCol>
                <a:gridCol w="2518024">
                  <a:extLst>
                    <a:ext uri="{9D8B030D-6E8A-4147-A177-3AD203B41FA5}">
                      <a16:colId xmlns:a16="http://schemas.microsoft.com/office/drawing/2014/main" val="1993347035"/>
                    </a:ext>
                  </a:extLst>
                </a:gridCol>
              </a:tblGrid>
              <a:tr h="154381">
                <a:tc gridSpan="4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GB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 Data Cleaning, Reshaping, and Aggregation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400" b="0" i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Operations to change the layout or group data for analysis.</a:t>
                      </a:r>
                    </a:p>
                  </a:txBody>
                  <a:tcPr marL="29128" marR="29128" marT="29128" marB="2912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9128" marR="29128" marT="29128" marB="2912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6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9128" marR="29128" marT="29128" marB="2912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9128" marR="29128" marT="29128" marB="2912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1172236"/>
                  </a:ext>
                </a:extLst>
              </a:tr>
              <a:tr h="154381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dirty="0"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Operation</a:t>
                      </a:r>
                      <a:endParaRPr lang="en-GB" sz="1200" dirty="0"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9128" marR="29128" marT="29128" marB="2912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dirty="0"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Command</a:t>
                      </a:r>
                      <a:endParaRPr lang="en-GB" sz="1200" dirty="0"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9128" marR="29128" marT="29128" marB="2912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dirty="0"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Description</a:t>
                      </a:r>
                      <a:endParaRPr lang="en-GB" sz="1200" dirty="0"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9128" marR="29128" marT="29128" marB="2912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dirty="0"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Python Example</a:t>
                      </a:r>
                      <a:endParaRPr lang="en-GB" sz="1200" dirty="0"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9128" marR="29128" marT="29128" marB="2912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7159494"/>
                  </a:ext>
                </a:extLst>
              </a:tr>
              <a:tr h="242955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 b="1" dirty="0">
                          <a:effectLst/>
                          <a:latin typeface="Calibri" panose="020F0502020204030204" pitchFamily="34" charset="0"/>
                        </a:rPr>
                        <a:t>Handling Missing Data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  <a:latin typeface="Calibri" panose="020F0502020204030204" pitchFamily="34" charset="0"/>
                        </a:rPr>
                        <a:t>df.isna() / df.fillna() / df.dropna()</a:t>
                      </a: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  <a:latin typeface="Calibri" panose="020F0502020204030204" pitchFamily="34" charset="0"/>
                        </a:rPr>
                        <a:t>Detect missing values with isna(), fill them with a specified value using fillna(), or drop rows/columns with missing data using dropna().</a:t>
                      </a: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  <a:latin typeface="Calibri" panose="020F0502020204030204" pitchFamily="34" charset="0"/>
                        </a:rPr>
                        <a:t>df.fillna(0) / df.dropna() / df.isna()</a:t>
                      </a: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2089458"/>
                  </a:ext>
                </a:extLst>
              </a:tr>
              <a:tr h="154381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 b="1">
                          <a:effectLst/>
                          <a:latin typeface="Calibri" panose="020F0502020204030204" pitchFamily="34" charset="0"/>
                        </a:rPr>
                        <a:t>Grouping Data</a:t>
                      </a:r>
                      <a:endParaRPr lang="en-GB" sz="11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  <a:latin typeface="Calibri" panose="020F0502020204030204" pitchFamily="34" charset="0"/>
                        </a:rPr>
                        <a:t>df.groupby('col').agg()</a:t>
                      </a: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  <a:latin typeface="Calibri" panose="020F0502020204030204" pitchFamily="34" charset="0"/>
                        </a:rPr>
                        <a:t>Group data by a column and apply aggregation functions like sum(), mean(), etc. You can also use multiple aggregations with agg().</a:t>
                      </a: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  <a:latin typeface="Calibri" panose="020F0502020204030204" pitchFamily="34" charset="0"/>
                        </a:rPr>
                        <a:t>df.groupby('A').sum()</a:t>
                      </a: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4645240"/>
                  </a:ext>
                </a:extLst>
              </a:tr>
              <a:tr h="154381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 b="1">
                          <a:effectLst/>
                          <a:latin typeface="Calibri" panose="020F0502020204030204" pitchFamily="34" charset="0"/>
                        </a:rPr>
                        <a:t>Pivot Table</a:t>
                      </a:r>
                      <a:endParaRPr lang="en-GB" sz="11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  <a:latin typeface="Calibri" panose="020F0502020204030204" pitchFamily="34" charset="0"/>
                        </a:rPr>
                        <a:t>df.pivot_table()</a:t>
                      </a: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  <a:latin typeface="Calibri" panose="020F0502020204030204" pitchFamily="34" charset="0"/>
                        </a:rPr>
                        <a:t>Create a pivot table for summary statistics. Specify index, columns, and </a:t>
                      </a:r>
                      <a:r>
                        <a:rPr lang="en-GB" sz="1100" dirty="0" err="1">
                          <a:effectLst/>
                          <a:latin typeface="Calibri" panose="020F0502020204030204" pitchFamily="34" charset="0"/>
                        </a:rPr>
                        <a:t>aggfunc</a:t>
                      </a:r>
                      <a:r>
                        <a:rPr lang="en-GB" sz="1100" dirty="0">
                          <a:effectLst/>
                          <a:latin typeface="Calibri" panose="020F0502020204030204" pitchFamily="34" charset="0"/>
                        </a:rPr>
                        <a:t> (e.g., sum).</a:t>
                      </a: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  <a:latin typeface="Calibri" panose="020F0502020204030204" pitchFamily="34" charset="0"/>
                        </a:rPr>
                        <a:t>df.pivot_table(values='B', index='A', columns='C', aggfunc='sum')</a:t>
                      </a: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575261"/>
                  </a:ext>
                </a:extLst>
              </a:tr>
              <a:tr h="154381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 b="1" dirty="0">
                          <a:effectLst/>
                          <a:latin typeface="Calibri" panose="020F0502020204030204" pitchFamily="34" charset="0"/>
                        </a:rPr>
                        <a:t>Reshaping Data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  <a:latin typeface="Calibri" panose="020F0502020204030204" pitchFamily="34" charset="0"/>
                        </a:rPr>
                        <a:t>df.melt() / df.pivot()</a:t>
                      </a: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  <a:latin typeface="Calibri" panose="020F0502020204030204" pitchFamily="34" charset="0"/>
                        </a:rPr>
                        <a:t>Reshape data from wide to long format with melt() and long to wide format with pivot().</a:t>
                      </a: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 dirty="0" err="1">
                          <a:effectLst/>
                          <a:latin typeface="Calibri" panose="020F0502020204030204" pitchFamily="34" charset="0"/>
                        </a:rPr>
                        <a:t>df.melt</a:t>
                      </a:r>
                      <a:r>
                        <a:rPr lang="en-GB" sz="1100" dirty="0">
                          <a:effectLst/>
                          <a:latin typeface="Calibri" panose="020F0502020204030204" pitchFamily="34" charset="0"/>
                        </a:rPr>
                        <a:t>(</a:t>
                      </a:r>
                      <a:r>
                        <a:rPr lang="en-GB" sz="1100" dirty="0" err="1">
                          <a:effectLst/>
                          <a:latin typeface="Calibri" panose="020F0502020204030204" pitchFamily="34" charset="0"/>
                        </a:rPr>
                        <a:t>id_vars</a:t>
                      </a:r>
                      <a:r>
                        <a:rPr lang="en-GB" sz="1100" dirty="0">
                          <a:effectLst/>
                          <a:latin typeface="Calibri" panose="020F0502020204030204" pitchFamily="34" charset="0"/>
                        </a:rPr>
                        <a:t>='A', </a:t>
                      </a:r>
                      <a:r>
                        <a:rPr lang="en-GB" sz="1100" dirty="0" err="1">
                          <a:effectLst/>
                          <a:latin typeface="Calibri" panose="020F0502020204030204" pitchFamily="34" charset="0"/>
                        </a:rPr>
                        <a:t>value_vars</a:t>
                      </a:r>
                      <a:r>
                        <a:rPr lang="en-GB" sz="1100" dirty="0">
                          <a:effectLst/>
                          <a:latin typeface="Calibri" panose="020F0502020204030204" pitchFamily="34" charset="0"/>
                        </a:rPr>
                        <a:t>=['B', 'C'])</a:t>
                      </a: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053926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8779704-E845-5D24-0934-FF57BD95DE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7221795"/>
              </p:ext>
            </p:extLst>
          </p:nvPr>
        </p:nvGraphicFramePr>
        <p:xfrm>
          <a:off x="484863" y="946632"/>
          <a:ext cx="8279957" cy="1697780"/>
        </p:xfrm>
        <a:graphic>
          <a:graphicData uri="http://schemas.openxmlformats.org/drawingml/2006/table">
            <a:tbl>
              <a:tblPr/>
              <a:tblGrid>
                <a:gridCol w="1286981">
                  <a:extLst>
                    <a:ext uri="{9D8B030D-6E8A-4147-A177-3AD203B41FA5}">
                      <a16:colId xmlns:a16="http://schemas.microsoft.com/office/drawing/2014/main" val="3864739952"/>
                    </a:ext>
                  </a:extLst>
                </a:gridCol>
                <a:gridCol w="1218975">
                  <a:extLst>
                    <a:ext uri="{9D8B030D-6E8A-4147-A177-3AD203B41FA5}">
                      <a16:colId xmlns:a16="http://schemas.microsoft.com/office/drawing/2014/main" val="913577105"/>
                    </a:ext>
                  </a:extLst>
                </a:gridCol>
                <a:gridCol w="3255977">
                  <a:extLst>
                    <a:ext uri="{9D8B030D-6E8A-4147-A177-3AD203B41FA5}">
                      <a16:colId xmlns:a16="http://schemas.microsoft.com/office/drawing/2014/main" val="654156283"/>
                    </a:ext>
                  </a:extLst>
                </a:gridCol>
                <a:gridCol w="2518024">
                  <a:extLst>
                    <a:ext uri="{9D8B030D-6E8A-4147-A177-3AD203B41FA5}">
                      <a16:colId xmlns:a16="http://schemas.microsoft.com/office/drawing/2014/main" val="1993347035"/>
                    </a:ext>
                  </a:extLst>
                </a:gridCol>
              </a:tblGrid>
              <a:tr h="154381">
                <a:tc gridSpan="4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GB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 Combining </a:t>
                      </a:r>
                      <a:r>
                        <a:rPr lang="en-GB" altLang="en-US" sz="18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DataFrames</a:t>
                      </a:r>
                      <a:endParaRPr lang="en-GB" altLang="en-US" sz="18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400" b="0" i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Operations for merging or concatenating multiple </a:t>
                      </a:r>
                      <a:r>
                        <a:rPr kumimoji="0" lang="en-GB" altLang="en-US" sz="1400" b="0" i="1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DataFrames</a:t>
                      </a:r>
                      <a:r>
                        <a:rPr kumimoji="0" lang="en-GB" altLang="en-US" sz="1400" b="0" i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.</a:t>
                      </a:r>
                      <a:endParaRPr kumimoji="0" lang="en-GB" altLang="en-US" sz="14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9128" marR="29128" marT="29128" marB="2912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9128" marR="29128" marT="29128" marB="2912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6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9128" marR="29128" marT="29128" marB="2912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9128" marR="29128" marT="29128" marB="2912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1172236"/>
                  </a:ext>
                </a:extLst>
              </a:tr>
              <a:tr h="154381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dirty="0"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Operation</a:t>
                      </a:r>
                      <a:endParaRPr lang="en-GB" sz="1200" dirty="0"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9128" marR="29128" marT="29128" marB="2912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dirty="0"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Command</a:t>
                      </a:r>
                      <a:endParaRPr lang="en-GB" sz="1200" dirty="0"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9128" marR="29128" marT="29128" marB="2912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dirty="0"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Description</a:t>
                      </a:r>
                      <a:endParaRPr lang="en-GB" sz="1200" dirty="0"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9128" marR="29128" marT="29128" marB="2912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dirty="0"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Python Example</a:t>
                      </a:r>
                      <a:endParaRPr lang="en-GB" sz="1200" dirty="0"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9128" marR="29128" marT="29128" marB="2912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7159494"/>
                  </a:ext>
                </a:extLst>
              </a:tr>
              <a:tr h="242955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dirty="0">
                          <a:effectLst/>
                          <a:latin typeface="Calibri" panose="020F0502020204030204" pitchFamily="34" charset="0"/>
                        </a:rPr>
                        <a:t>Selecting Columns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797" marR="44797" marT="44797" marB="4479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 err="1">
                          <a:effectLst/>
                          <a:latin typeface="Calibri" panose="020F0502020204030204" pitchFamily="34" charset="0"/>
                        </a:rPr>
                        <a:t>df</a:t>
                      </a:r>
                      <a:r>
                        <a:rPr lang="en-GB" sz="1200" dirty="0">
                          <a:effectLst/>
                          <a:latin typeface="Calibri" panose="020F0502020204030204" pitchFamily="34" charset="0"/>
                        </a:rPr>
                        <a:t>['</a:t>
                      </a:r>
                      <a:r>
                        <a:rPr lang="en-GB" sz="1200" dirty="0" err="1">
                          <a:effectLst/>
                          <a:latin typeface="Calibri" panose="020F0502020204030204" pitchFamily="34" charset="0"/>
                        </a:rPr>
                        <a:t>col_name</a:t>
                      </a:r>
                      <a:r>
                        <a:rPr lang="en-GB" sz="1200" dirty="0">
                          <a:effectLst/>
                          <a:latin typeface="Calibri" panose="020F0502020204030204" pitchFamily="34" charset="0"/>
                        </a:rPr>
                        <a:t>'] / </a:t>
                      </a:r>
                      <a:r>
                        <a:rPr lang="en-GB" sz="1200" dirty="0" err="1">
                          <a:effectLst/>
                          <a:latin typeface="Calibri" panose="020F0502020204030204" pitchFamily="34" charset="0"/>
                        </a:rPr>
                        <a:t>df</a:t>
                      </a:r>
                      <a:r>
                        <a:rPr lang="en-GB" sz="1200" dirty="0">
                          <a:effectLst/>
                          <a:latin typeface="Calibri" panose="020F0502020204030204" pitchFamily="34" charset="0"/>
                        </a:rPr>
                        <a:t>[['col1', 'col2']]</a:t>
                      </a:r>
                    </a:p>
                  </a:txBody>
                  <a:tcPr marL="44797" marR="44797" marT="44797" marB="4479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</a:rPr>
                        <a:t>Select a single or multiple columns from the </a:t>
                      </a:r>
                      <a:r>
                        <a:rPr lang="en-GB" sz="1200" dirty="0" err="1">
                          <a:effectLst/>
                          <a:latin typeface="Calibri" panose="020F0502020204030204" pitchFamily="34" charset="0"/>
                        </a:rPr>
                        <a:t>DataFrame</a:t>
                      </a:r>
                      <a:r>
                        <a:rPr lang="en-GB" sz="1200" dirty="0">
                          <a:effectLst/>
                          <a:latin typeface="Calibri" panose="020F0502020204030204" pitchFamily="34" charset="0"/>
                        </a:rPr>
                        <a:t>.</a:t>
                      </a:r>
                    </a:p>
                  </a:txBody>
                  <a:tcPr marL="44797" marR="44797" marT="44797" marB="4479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 err="1">
                          <a:effectLst/>
                          <a:latin typeface="Calibri" panose="020F0502020204030204" pitchFamily="34" charset="0"/>
                        </a:rPr>
                        <a:t>df</a:t>
                      </a:r>
                      <a:r>
                        <a:rPr lang="en-GB" sz="1200" dirty="0">
                          <a:effectLst/>
                          <a:latin typeface="Calibri" panose="020F0502020204030204" pitchFamily="34" charset="0"/>
                        </a:rPr>
                        <a:t>['A'] / </a:t>
                      </a:r>
                      <a:r>
                        <a:rPr lang="en-GB" sz="1200" dirty="0" err="1">
                          <a:effectLst/>
                          <a:latin typeface="Calibri" panose="020F0502020204030204" pitchFamily="34" charset="0"/>
                        </a:rPr>
                        <a:t>df</a:t>
                      </a:r>
                      <a:r>
                        <a:rPr lang="en-GB" sz="1200" dirty="0">
                          <a:effectLst/>
                          <a:latin typeface="Calibri" panose="020F0502020204030204" pitchFamily="34" charset="0"/>
                        </a:rPr>
                        <a:t>[['A', 'B']]</a:t>
                      </a:r>
                    </a:p>
                  </a:txBody>
                  <a:tcPr marL="44797" marR="44797" marT="44797" marB="4479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2089458"/>
                  </a:ext>
                </a:extLst>
              </a:tr>
              <a:tr h="154381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>
                          <a:effectLst/>
                          <a:latin typeface="Calibri" panose="020F0502020204030204" pitchFamily="34" charset="0"/>
                        </a:rPr>
                        <a:t>Selecting Rows by Index</a:t>
                      </a:r>
                      <a:endParaRPr lang="en-GB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797" marR="44797" marT="44797" marB="4479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</a:rPr>
                        <a:t>df.loc[] / df.iloc[]</a:t>
                      </a:r>
                    </a:p>
                  </a:txBody>
                  <a:tcPr marL="44797" marR="44797" marT="44797" marB="4479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</a:rPr>
                        <a:t>Select rows by index label (loc) or integer position (</a:t>
                      </a:r>
                      <a:r>
                        <a:rPr lang="en-GB" sz="1200" dirty="0" err="1">
                          <a:effectLst/>
                          <a:latin typeface="Calibri" panose="020F0502020204030204" pitchFamily="34" charset="0"/>
                        </a:rPr>
                        <a:t>iloc</a:t>
                      </a:r>
                      <a:r>
                        <a:rPr lang="en-GB" sz="1200" dirty="0">
                          <a:effectLst/>
                          <a:latin typeface="Calibri" panose="020F0502020204030204" pitchFamily="34" charset="0"/>
                        </a:rPr>
                        <a:t>).</a:t>
                      </a:r>
                    </a:p>
                  </a:txBody>
                  <a:tcPr marL="44797" marR="44797" marT="44797" marB="4479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 err="1">
                          <a:effectLst/>
                          <a:latin typeface="Calibri" panose="020F0502020204030204" pitchFamily="34" charset="0"/>
                        </a:rPr>
                        <a:t>df.loc</a:t>
                      </a:r>
                      <a:r>
                        <a:rPr lang="en-GB" sz="1200" dirty="0">
                          <a:effectLst/>
                          <a:latin typeface="Calibri" panose="020F0502020204030204" pitchFamily="34" charset="0"/>
                        </a:rPr>
                        <a:t>[0] / </a:t>
                      </a:r>
                      <a:r>
                        <a:rPr lang="en-GB" sz="1200" dirty="0" err="1">
                          <a:effectLst/>
                          <a:latin typeface="Calibri" panose="020F0502020204030204" pitchFamily="34" charset="0"/>
                        </a:rPr>
                        <a:t>df.iloc</a:t>
                      </a:r>
                      <a:r>
                        <a:rPr lang="en-GB" sz="1200" dirty="0">
                          <a:effectLst/>
                          <a:latin typeface="Calibri" panose="020F0502020204030204" pitchFamily="34" charset="0"/>
                        </a:rPr>
                        <a:t>[1]</a:t>
                      </a:r>
                    </a:p>
                  </a:txBody>
                  <a:tcPr marL="44797" marR="44797" marT="44797" marB="4479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4645240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479A24D5-DE76-CF24-CA28-934DD03C649D}"/>
              </a:ext>
            </a:extLst>
          </p:cNvPr>
          <p:cNvSpPr/>
          <p:nvPr/>
        </p:nvSpPr>
        <p:spPr>
          <a:xfrm>
            <a:off x="4167739" y="2186077"/>
            <a:ext cx="7745787" cy="33388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31403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4490E2-81E2-CF54-A164-6A3C05DDF1E6}"/>
              </a:ext>
            </a:extLst>
          </p:cNvPr>
          <p:cNvSpPr/>
          <p:nvPr/>
        </p:nvSpPr>
        <p:spPr>
          <a:xfrm>
            <a:off x="-1" y="740229"/>
            <a:ext cx="9111343" cy="535577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571950-9E66-E274-D4F3-0A45E0865102}"/>
              </a:ext>
            </a:extLst>
          </p:cNvPr>
          <p:cNvSpPr/>
          <p:nvPr/>
        </p:nvSpPr>
        <p:spPr>
          <a:xfrm>
            <a:off x="9307286" y="751113"/>
            <a:ext cx="2884714" cy="535577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37F4B33-D9C4-E1D1-B831-5F75A163EB8B}"/>
              </a:ext>
            </a:extLst>
          </p:cNvPr>
          <p:cNvGrpSpPr/>
          <p:nvPr/>
        </p:nvGrpSpPr>
        <p:grpSpPr>
          <a:xfrm>
            <a:off x="315686" y="965883"/>
            <a:ext cx="8512628" cy="3163356"/>
            <a:chOff x="565214" y="1151196"/>
            <a:chExt cx="5159828" cy="316335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B3D844D-6D8E-23CA-E162-CB69DAEC4A76}"/>
                </a:ext>
              </a:extLst>
            </p:cNvPr>
            <p:cNvSpPr/>
            <p:nvPr/>
          </p:nvSpPr>
          <p:spPr>
            <a:xfrm>
              <a:off x="565214" y="1151196"/>
              <a:ext cx="5159828" cy="43542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1400" dirty="0">
                  <a:solidFill>
                    <a:schemeClr val="tx1">
                      <a:lumMod val="25000"/>
                      <a:lumOff val="75000"/>
                    </a:schemeClr>
                  </a:solidFill>
                </a:rPr>
                <a:t>Python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134FA4A-CF95-0E7A-82D0-E46B901ECAB0}"/>
                </a:ext>
              </a:extLst>
            </p:cNvPr>
            <p:cNvSpPr/>
            <p:nvPr/>
          </p:nvSpPr>
          <p:spPr>
            <a:xfrm>
              <a:off x="565214" y="1586624"/>
              <a:ext cx="5159828" cy="2727928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1400" dirty="0">
                  <a:solidFill>
                    <a:schemeClr val="bg1">
                      <a:lumMod val="50000"/>
                    </a:schemeClr>
                  </a:solidFill>
                </a:rPr>
                <a:t>#Exploring a </a:t>
              </a:r>
              <a:r>
                <a:rPr lang="en-GB" sz="1400" dirty="0" err="1">
                  <a:solidFill>
                    <a:schemeClr val="bg1">
                      <a:lumMod val="50000"/>
                    </a:schemeClr>
                  </a:solidFill>
                </a:rPr>
                <a:t>DataFrame</a:t>
              </a:r>
              <a:endParaRPr lang="en-GB" sz="1400" dirty="0">
                <a:solidFill>
                  <a:schemeClr val="bg1">
                    <a:lumMod val="50000"/>
                  </a:schemeClr>
                </a:solidFill>
              </a:endParaRPr>
            </a:p>
            <a:p>
              <a:r>
                <a:rPr lang="en-GB" sz="1400" dirty="0" err="1">
                  <a:solidFill>
                    <a:schemeClr val="tx1">
                      <a:lumMod val="25000"/>
                      <a:lumOff val="75000"/>
                    </a:schemeClr>
                  </a:solidFill>
                </a:rPr>
                <a:t>df.shape</a:t>
              </a:r>
              <a:endParaRPr lang="en-GB" sz="1400" dirty="0">
                <a:solidFill>
                  <a:schemeClr val="tx1">
                    <a:lumMod val="25000"/>
                    <a:lumOff val="75000"/>
                  </a:schemeClr>
                </a:solidFill>
              </a:endParaRPr>
            </a:p>
            <a:p>
              <a:r>
                <a:rPr lang="en-GB" sz="1400" dirty="0">
                  <a:solidFill>
                    <a:schemeClr val="tx1">
                      <a:lumMod val="25000"/>
                      <a:lumOff val="75000"/>
                    </a:schemeClr>
                  </a:solidFill>
                </a:rPr>
                <a:t>	</a:t>
              </a:r>
              <a:r>
                <a:rPr lang="en-GB" sz="1400" dirty="0">
                  <a:solidFill>
                    <a:schemeClr val="bg1">
                      <a:lumMod val="50000"/>
                    </a:schemeClr>
                  </a:solidFill>
                </a:rPr>
                <a:t>#(42640, 6) output gives rows vs columns</a:t>
              </a:r>
            </a:p>
            <a:p>
              <a:endParaRPr lang="en-GB" sz="1400" dirty="0">
                <a:solidFill>
                  <a:schemeClr val="bg1">
                    <a:lumMod val="50000"/>
                  </a:schemeClr>
                </a:solidFill>
              </a:endParaRPr>
            </a:p>
            <a:p>
              <a:r>
                <a:rPr lang="en-GB" sz="1400" dirty="0">
                  <a:solidFill>
                    <a:schemeClr val="accent2"/>
                  </a:solidFill>
                </a:rPr>
                <a:t>list</a:t>
              </a:r>
              <a:r>
                <a:rPr lang="en-GB" sz="1400" dirty="0">
                  <a:solidFill>
                    <a:schemeClr val="tx1">
                      <a:lumMod val="25000"/>
                      <a:lumOff val="75000"/>
                    </a:schemeClr>
                  </a:solidFill>
                </a:rPr>
                <a:t>(</a:t>
              </a:r>
              <a:r>
                <a:rPr lang="en-GB" sz="1400" dirty="0" err="1">
                  <a:solidFill>
                    <a:schemeClr val="tx1">
                      <a:lumMod val="25000"/>
                      <a:lumOff val="75000"/>
                    </a:schemeClr>
                  </a:solidFill>
                </a:rPr>
                <a:t>df.columns</a:t>
              </a:r>
              <a:r>
                <a:rPr lang="en-GB" sz="1400" dirty="0">
                  <a:solidFill>
                    <a:schemeClr val="tx1">
                      <a:lumMod val="25000"/>
                      <a:lumOff val="75000"/>
                    </a:schemeClr>
                  </a:solidFill>
                </a:rPr>
                <a:t>)</a:t>
              </a:r>
            </a:p>
            <a:p>
              <a:r>
                <a:rPr lang="en-GB" sz="1400" dirty="0">
                  <a:solidFill>
                    <a:schemeClr val="tx1">
                      <a:lumMod val="25000"/>
                      <a:lumOff val="75000"/>
                    </a:schemeClr>
                  </a:solidFill>
                </a:rPr>
                <a:t>	</a:t>
              </a:r>
              <a:r>
                <a:rPr lang="en-GB" sz="1400" dirty="0">
                  <a:solidFill>
                    <a:schemeClr val="bg1">
                      <a:lumMod val="50000"/>
                    </a:schemeClr>
                  </a:solidFill>
                </a:rPr>
                <a:t>#[‘tpnb’, ‘</a:t>
              </a:r>
              <a:r>
                <a:rPr lang="en-GB" sz="1400" dirty="0" err="1">
                  <a:solidFill>
                    <a:schemeClr val="bg1">
                      <a:lumMod val="50000"/>
                    </a:schemeClr>
                  </a:solidFill>
                </a:rPr>
                <a:t>total_sales</a:t>
              </a:r>
              <a:r>
                <a:rPr lang="en-GB" sz="1400" dirty="0">
                  <a:solidFill>
                    <a:schemeClr val="bg1">
                      <a:lumMod val="50000"/>
                    </a:schemeClr>
                  </a:solidFill>
                </a:rPr>
                <a:t>’, ‘</a:t>
              </a:r>
              <a:r>
                <a:rPr lang="en-GB" sz="1400" dirty="0" err="1">
                  <a:solidFill>
                    <a:schemeClr val="bg1">
                      <a:lumMod val="50000"/>
                    </a:schemeClr>
                  </a:solidFill>
                </a:rPr>
                <a:t>total_volume</a:t>
              </a:r>
              <a:r>
                <a:rPr lang="en-GB" sz="1400" dirty="0">
                  <a:solidFill>
                    <a:schemeClr val="bg1">
                      <a:lumMod val="50000"/>
                    </a:schemeClr>
                  </a:solidFill>
                </a:rPr>
                <a:t>’] output lists the names of variables</a:t>
              </a:r>
            </a:p>
            <a:p>
              <a:endParaRPr lang="en-GB" sz="1400" dirty="0">
                <a:solidFill>
                  <a:schemeClr val="tx1">
                    <a:lumMod val="25000"/>
                    <a:lumOff val="75000"/>
                  </a:schemeClr>
                </a:solidFill>
              </a:endParaRPr>
            </a:p>
            <a:p>
              <a:r>
                <a:rPr lang="en-GB" sz="1400" dirty="0" err="1">
                  <a:solidFill>
                    <a:schemeClr val="tx1">
                      <a:lumMod val="25000"/>
                      <a:lumOff val="75000"/>
                    </a:schemeClr>
                  </a:solidFill>
                </a:rPr>
                <a:t>df.head</a:t>
              </a:r>
              <a:r>
                <a:rPr lang="en-GB" sz="1400" dirty="0">
                  <a:solidFill>
                    <a:schemeClr val="tx1">
                      <a:lumMod val="25000"/>
                      <a:lumOff val="75000"/>
                    </a:schemeClr>
                  </a:solidFill>
                </a:rPr>
                <a:t>()</a:t>
              </a:r>
            </a:p>
            <a:p>
              <a:r>
                <a:rPr lang="en-GB" sz="1400" dirty="0">
                  <a:solidFill>
                    <a:schemeClr val="tx1">
                      <a:lumMod val="25000"/>
                      <a:lumOff val="75000"/>
                    </a:schemeClr>
                  </a:solidFill>
                </a:rPr>
                <a:t>	</a:t>
              </a:r>
              <a:r>
                <a:rPr lang="en-GB" sz="1400" dirty="0">
                  <a:solidFill>
                    <a:schemeClr val="bg1">
                      <a:lumMod val="50000"/>
                    </a:schemeClr>
                  </a:solidFill>
                </a:rPr>
                <a:t>#output gives the top 5 rows; while </a:t>
              </a:r>
              <a:r>
                <a:rPr lang="en-GB" sz="1400" dirty="0" err="1">
                  <a:solidFill>
                    <a:schemeClr val="bg1">
                      <a:lumMod val="50000"/>
                    </a:schemeClr>
                  </a:solidFill>
                </a:rPr>
                <a:t>df.tail</a:t>
              </a:r>
              <a:r>
                <a:rPr lang="en-GB" sz="1400" dirty="0">
                  <a:solidFill>
                    <a:schemeClr val="bg1">
                      <a:lumMod val="50000"/>
                    </a:schemeClr>
                  </a:solidFill>
                </a:rPr>
                <a:t>() would give the bottom 5 rows.</a:t>
              </a:r>
            </a:p>
            <a:p>
              <a:endParaRPr lang="en-GB" sz="1400" dirty="0">
                <a:solidFill>
                  <a:schemeClr val="bg1">
                    <a:lumMod val="50000"/>
                  </a:schemeClr>
                </a:solidFill>
              </a:endParaRPr>
            </a:p>
            <a:p>
              <a:r>
                <a:rPr lang="en-GB" sz="1400" dirty="0" err="1">
                  <a:solidFill>
                    <a:schemeClr val="tx1">
                      <a:lumMod val="25000"/>
                      <a:lumOff val="75000"/>
                    </a:schemeClr>
                  </a:solidFill>
                </a:rPr>
                <a:t>df.describe</a:t>
              </a:r>
              <a:r>
                <a:rPr lang="en-GB" sz="1400" dirty="0">
                  <a:solidFill>
                    <a:schemeClr val="tx1">
                      <a:lumMod val="25000"/>
                      <a:lumOff val="75000"/>
                    </a:schemeClr>
                  </a:solidFill>
                </a:rPr>
                <a:t>()</a:t>
              </a:r>
            </a:p>
            <a:p>
              <a:r>
                <a:rPr lang="en-GB" sz="1400" dirty="0">
                  <a:solidFill>
                    <a:schemeClr val="bg1">
                      <a:lumMod val="50000"/>
                    </a:schemeClr>
                  </a:solidFill>
                </a:rPr>
                <a:t>	#output gives a statical summary of variables in </a:t>
              </a:r>
              <a:r>
                <a:rPr lang="en-GB" sz="1400" dirty="0" err="1">
                  <a:solidFill>
                    <a:schemeClr val="bg1">
                      <a:lumMod val="50000"/>
                    </a:schemeClr>
                  </a:solidFill>
                </a:rPr>
                <a:t>DataFrame</a:t>
              </a:r>
              <a:endParaRPr lang="en-GB" sz="14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1829FA62-5F92-59E9-A89B-D94126E462C1}"/>
              </a:ext>
            </a:extLst>
          </p:cNvPr>
          <p:cNvSpPr/>
          <p:nvPr/>
        </p:nvSpPr>
        <p:spPr>
          <a:xfrm>
            <a:off x="518790" y="4492898"/>
            <a:ext cx="8106419" cy="127812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8FF7E7-8185-D9DE-36AB-C8086EFF7EDA}"/>
              </a:ext>
            </a:extLst>
          </p:cNvPr>
          <p:cNvSpPr txBox="1"/>
          <p:nvPr/>
        </p:nvSpPr>
        <p:spPr>
          <a:xfrm>
            <a:off x="9507980" y="1052512"/>
            <a:ext cx="2368334" cy="447238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lang="en-GB" sz="3000" b="1" dirty="0" err="1">
                <a:solidFill>
                  <a:schemeClr val="tx2"/>
                </a:solidFill>
              </a:rPr>
              <a:t>DataFrame</a:t>
            </a:r>
            <a:endParaRPr lang="en-GB" sz="3000" b="1" dirty="0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GB" sz="1600" dirty="0">
                <a:solidFill>
                  <a:schemeClr val="tx2"/>
                </a:solidFill>
              </a:rPr>
              <a:t>Exploring the </a:t>
            </a:r>
            <a:r>
              <a:rPr lang="en-GB" sz="1600" dirty="0" err="1">
                <a:solidFill>
                  <a:schemeClr val="tx2"/>
                </a:solidFill>
              </a:rPr>
              <a:t>DataFrame</a:t>
            </a:r>
            <a:endParaRPr lang="en-GB" sz="1600" dirty="0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  <a:spcAft>
                <a:spcPts val="1000"/>
              </a:spcAft>
            </a:pPr>
            <a:endParaRPr lang="en-GB" sz="1600" dirty="0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  <a:spcAft>
                <a:spcPts val="1000"/>
              </a:spcAft>
            </a:pPr>
            <a:endParaRPr lang="en-GB" sz="1600" dirty="0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  <a:spcAft>
                <a:spcPts val="1000"/>
              </a:spcAft>
            </a:pPr>
            <a:endParaRPr lang="en-GB" sz="1600" dirty="0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  <a:spcAft>
                <a:spcPts val="1000"/>
              </a:spcAft>
            </a:pPr>
            <a:endParaRPr lang="en-GB" sz="1600" dirty="0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  <a:spcAft>
                <a:spcPts val="1000"/>
              </a:spcAft>
            </a:pPr>
            <a:endParaRPr lang="en-GB" sz="1600" dirty="0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  <a:spcAft>
                <a:spcPts val="1000"/>
              </a:spcAft>
            </a:pPr>
            <a:endParaRPr lang="en-GB" sz="16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9B6743-8671-27D5-382B-85FF18FB4406}"/>
              </a:ext>
            </a:extLst>
          </p:cNvPr>
          <p:cNvSpPr txBox="1"/>
          <p:nvPr/>
        </p:nvSpPr>
        <p:spPr>
          <a:xfrm>
            <a:off x="9507980" y="5604214"/>
            <a:ext cx="2269156" cy="333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GB" sz="1400" dirty="0">
                <a:solidFill>
                  <a:schemeClr val="tx2"/>
                </a:solidFill>
              </a:rPr>
              <a:t>Package: Pandas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705953-3D29-0FE1-EB2C-2E59B06F71BF}"/>
              </a:ext>
            </a:extLst>
          </p:cNvPr>
          <p:cNvSpPr/>
          <p:nvPr/>
        </p:nvSpPr>
        <p:spPr>
          <a:xfrm>
            <a:off x="9545193" y="2186077"/>
            <a:ext cx="2368333" cy="33388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1045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4490E2-81E2-CF54-A164-6A3C05DDF1E6}"/>
              </a:ext>
            </a:extLst>
          </p:cNvPr>
          <p:cNvSpPr/>
          <p:nvPr/>
        </p:nvSpPr>
        <p:spPr>
          <a:xfrm>
            <a:off x="-1" y="740229"/>
            <a:ext cx="9111343" cy="535577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571950-9E66-E274-D4F3-0A45E0865102}"/>
              </a:ext>
            </a:extLst>
          </p:cNvPr>
          <p:cNvSpPr/>
          <p:nvPr/>
        </p:nvSpPr>
        <p:spPr>
          <a:xfrm>
            <a:off x="9307286" y="751113"/>
            <a:ext cx="2884714" cy="535577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37F4B33-D9C4-E1D1-B831-5F75A163EB8B}"/>
              </a:ext>
            </a:extLst>
          </p:cNvPr>
          <p:cNvGrpSpPr/>
          <p:nvPr/>
        </p:nvGrpSpPr>
        <p:grpSpPr>
          <a:xfrm>
            <a:off x="315686" y="965883"/>
            <a:ext cx="8512628" cy="4077756"/>
            <a:chOff x="565214" y="1151196"/>
            <a:chExt cx="5159828" cy="407775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B3D844D-6D8E-23CA-E162-CB69DAEC4A76}"/>
                </a:ext>
              </a:extLst>
            </p:cNvPr>
            <p:cNvSpPr/>
            <p:nvPr/>
          </p:nvSpPr>
          <p:spPr>
            <a:xfrm>
              <a:off x="565214" y="1151196"/>
              <a:ext cx="5159828" cy="43542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1400" dirty="0">
                  <a:solidFill>
                    <a:schemeClr val="tx1">
                      <a:lumMod val="25000"/>
                      <a:lumOff val="75000"/>
                    </a:schemeClr>
                  </a:solidFill>
                </a:rPr>
                <a:t>Python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134FA4A-CF95-0E7A-82D0-E46B901ECAB0}"/>
                </a:ext>
              </a:extLst>
            </p:cNvPr>
            <p:cNvSpPr/>
            <p:nvPr/>
          </p:nvSpPr>
          <p:spPr>
            <a:xfrm>
              <a:off x="565214" y="1586624"/>
              <a:ext cx="5159828" cy="3642328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1400" dirty="0">
                  <a:solidFill>
                    <a:schemeClr val="bg1">
                      <a:lumMod val="50000"/>
                    </a:schemeClr>
                  </a:solidFill>
                </a:rPr>
                <a:t>#Select columns by name</a:t>
              </a:r>
            </a:p>
            <a:p>
              <a:r>
                <a:rPr lang="en-GB" sz="1400" dirty="0" err="1">
                  <a:solidFill>
                    <a:schemeClr val="tx1">
                      <a:lumMod val="25000"/>
                      <a:lumOff val="75000"/>
                    </a:schemeClr>
                  </a:solidFill>
                </a:rPr>
                <a:t>df</a:t>
              </a:r>
              <a:r>
                <a:rPr lang="en-GB" sz="1400" dirty="0">
                  <a:solidFill>
                    <a:schemeClr val="tx1">
                      <a:lumMod val="25000"/>
                      <a:lumOff val="75000"/>
                    </a:schemeClr>
                  </a:solidFill>
                </a:rPr>
                <a:t>[</a:t>
              </a:r>
              <a:r>
                <a:rPr lang="en-GB" sz="1400" dirty="0">
                  <a:solidFill>
                    <a:schemeClr val="accent5"/>
                  </a:solidFill>
                </a:rPr>
                <a:t>‘</a:t>
              </a:r>
              <a:r>
                <a:rPr lang="en-GB" sz="1400" dirty="0" err="1">
                  <a:solidFill>
                    <a:schemeClr val="accent5"/>
                  </a:solidFill>
                </a:rPr>
                <a:t>tpbn</a:t>
              </a:r>
              <a:r>
                <a:rPr lang="en-GB" sz="1400" dirty="0">
                  <a:solidFill>
                    <a:schemeClr val="accent5"/>
                  </a:solidFill>
                </a:rPr>
                <a:t>’</a:t>
              </a:r>
              <a:r>
                <a:rPr lang="en-GB" sz="1400" dirty="0">
                  <a:solidFill>
                    <a:schemeClr val="tx1">
                      <a:lumMod val="25000"/>
                      <a:lumOff val="75000"/>
                    </a:schemeClr>
                  </a:solidFill>
                </a:rPr>
                <a:t>]</a:t>
              </a:r>
            </a:p>
            <a:p>
              <a:r>
                <a:rPr lang="en-GB" sz="1400" dirty="0">
                  <a:solidFill>
                    <a:schemeClr val="bg1">
                      <a:lumMod val="50000"/>
                    </a:schemeClr>
                  </a:solidFill>
                </a:rPr>
                <a:t>	#output a single column series</a:t>
              </a:r>
            </a:p>
            <a:p>
              <a:endParaRPr lang="en-GB" sz="1400" dirty="0">
                <a:solidFill>
                  <a:schemeClr val="bg1">
                    <a:lumMod val="50000"/>
                  </a:schemeClr>
                </a:solidFill>
              </a:endParaRPr>
            </a:p>
            <a:p>
              <a:r>
                <a:rPr lang="en-GB" sz="1400" dirty="0" err="1">
                  <a:solidFill>
                    <a:schemeClr val="tx1">
                      <a:lumMod val="25000"/>
                      <a:lumOff val="75000"/>
                    </a:schemeClr>
                  </a:solidFill>
                </a:rPr>
                <a:t>df</a:t>
              </a:r>
              <a:r>
                <a:rPr lang="en-GB" sz="1400" dirty="0">
                  <a:solidFill>
                    <a:schemeClr val="tx1">
                      <a:lumMod val="25000"/>
                      <a:lumOff val="75000"/>
                    </a:schemeClr>
                  </a:solidFill>
                </a:rPr>
                <a:t>[[</a:t>
              </a:r>
              <a:r>
                <a:rPr lang="en-GB" sz="1400" dirty="0">
                  <a:solidFill>
                    <a:schemeClr val="accent5"/>
                  </a:solidFill>
                </a:rPr>
                <a:t>‘</a:t>
              </a:r>
              <a:r>
                <a:rPr lang="en-GB" sz="1400" dirty="0" err="1">
                  <a:solidFill>
                    <a:schemeClr val="accent5"/>
                  </a:solidFill>
                </a:rPr>
                <a:t>tpbn</a:t>
              </a:r>
              <a:r>
                <a:rPr lang="en-GB" sz="1400" dirty="0">
                  <a:solidFill>
                    <a:schemeClr val="accent5"/>
                  </a:solidFill>
                </a:rPr>
                <a:t>’, ‘</a:t>
              </a:r>
              <a:r>
                <a:rPr lang="en-GB" sz="1400" dirty="0" err="1">
                  <a:solidFill>
                    <a:schemeClr val="accent5"/>
                  </a:solidFill>
                </a:rPr>
                <a:t>total_sales</a:t>
              </a:r>
              <a:r>
                <a:rPr lang="en-GB" sz="1400" dirty="0">
                  <a:solidFill>
                    <a:schemeClr val="accent5"/>
                  </a:solidFill>
                </a:rPr>
                <a:t>’</a:t>
              </a:r>
              <a:r>
                <a:rPr lang="en-GB" sz="1400" dirty="0">
                  <a:solidFill>
                    <a:schemeClr val="tx1">
                      <a:lumMod val="25000"/>
                      <a:lumOff val="75000"/>
                    </a:schemeClr>
                  </a:solidFill>
                </a:rPr>
                <a:t>]]</a:t>
              </a:r>
            </a:p>
            <a:p>
              <a:r>
                <a:rPr lang="en-GB" sz="1400" dirty="0">
                  <a:solidFill>
                    <a:schemeClr val="bg1">
                      <a:lumMod val="50000"/>
                    </a:schemeClr>
                  </a:solidFill>
                </a:rPr>
                <a:t>	#output is a </a:t>
              </a:r>
              <a:r>
                <a:rPr lang="en-GB" sz="1400" dirty="0" err="1">
                  <a:solidFill>
                    <a:schemeClr val="bg1">
                      <a:lumMod val="50000"/>
                    </a:schemeClr>
                  </a:solidFill>
                </a:rPr>
                <a:t>DataFrame</a:t>
              </a:r>
              <a:r>
                <a:rPr lang="en-GB" sz="1400" dirty="0">
                  <a:solidFill>
                    <a:schemeClr val="bg1">
                      <a:lumMod val="50000"/>
                    </a:schemeClr>
                  </a:solidFill>
                </a:rPr>
                <a:t> with two columns</a:t>
              </a:r>
            </a:p>
            <a:p>
              <a:endParaRPr lang="en-GB" sz="1400" dirty="0">
                <a:solidFill>
                  <a:schemeClr val="bg1">
                    <a:lumMod val="50000"/>
                  </a:schemeClr>
                </a:solidFill>
              </a:endParaRPr>
            </a:p>
            <a:p>
              <a:endParaRPr lang="en-GB" sz="1400" dirty="0">
                <a:solidFill>
                  <a:schemeClr val="bg1">
                    <a:lumMod val="50000"/>
                  </a:schemeClr>
                </a:solidFill>
              </a:endParaRPr>
            </a:p>
            <a:p>
              <a:r>
                <a:rPr lang="en-GB" sz="1400" dirty="0">
                  <a:solidFill>
                    <a:schemeClr val="bg1">
                      <a:lumMod val="50000"/>
                    </a:schemeClr>
                  </a:solidFill>
                </a:rPr>
                <a:t>#Select rows by number</a:t>
              </a:r>
            </a:p>
            <a:p>
              <a:r>
                <a:rPr lang="en-GB" sz="1400" dirty="0" err="1">
                  <a:solidFill>
                    <a:schemeClr val="tx1">
                      <a:lumMod val="25000"/>
                      <a:lumOff val="75000"/>
                    </a:schemeClr>
                  </a:solidFill>
                </a:rPr>
                <a:t>df.</a:t>
              </a:r>
              <a:r>
                <a:rPr lang="en-GB" sz="1400" dirty="0" err="1">
                  <a:solidFill>
                    <a:schemeClr val="accent2"/>
                  </a:solidFill>
                </a:rPr>
                <a:t>iloc</a:t>
              </a:r>
              <a:r>
                <a:rPr lang="en-GB" sz="1400" dirty="0">
                  <a:solidFill>
                    <a:schemeClr val="tx1">
                      <a:lumMod val="25000"/>
                      <a:lumOff val="75000"/>
                    </a:schemeClr>
                  </a:solidFill>
                </a:rPr>
                <a:t>[2]</a:t>
              </a:r>
            </a:p>
            <a:p>
              <a:r>
                <a:rPr lang="en-GB" sz="1400" dirty="0">
                  <a:solidFill>
                    <a:schemeClr val="bg1">
                      <a:lumMod val="50000"/>
                    </a:schemeClr>
                  </a:solidFill>
                </a:rPr>
                <a:t>	#iloc = index location</a:t>
              </a:r>
            </a:p>
            <a:p>
              <a:r>
                <a:rPr lang="en-GB" sz="1400" dirty="0">
                  <a:solidFill>
                    <a:schemeClr val="bg1">
                      <a:lumMod val="50000"/>
                    </a:schemeClr>
                  </a:solidFill>
                </a:rPr>
                <a:t>	#output all values in row 3 (index start at [0]) for each variable</a:t>
              </a:r>
            </a:p>
            <a:p>
              <a:endParaRPr lang="en-GB" sz="1400" dirty="0">
                <a:solidFill>
                  <a:schemeClr val="bg1">
                    <a:lumMod val="50000"/>
                  </a:schemeClr>
                </a:solidFill>
              </a:endParaRPr>
            </a:p>
            <a:p>
              <a:r>
                <a:rPr lang="en-GB" sz="1400" dirty="0" err="1">
                  <a:solidFill>
                    <a:schemeClr val="tx1">
                      <a:lumMod val="25000"/>
                      <a:lumOff val="75000"/>
                    </a:schemeClr>
                  </a:solidFill>
                </a:rPr>
                <a:t>df.</a:t>
              </a:r>
              <a:r>
                <a:rPr lang="en-GB" sz="1400" dirty="0" err="1">
                  <a:solidFill>
                    <a:schemeClr val="accent2"/>
                  </a:solidFill>
                </a:rPr>
                <a:t>loc</a:t>
              </a:r>
              <a:r>
                <a:rPr lang="en-GB" sz="1400" dirty="0">
                  <a:solidFill>
                    <a:schemeClr val="tx1">
                      <a:lumMod val="25000"/>
                      <a:lumOff val="75000"/>
                    </a:schemeClr>
                  </a:solidFill>
                </a:rPr>
                <a:t>[2]</a:t>
              </a:r>
            </a:p>
            <a:p>
              <a:r>
                <a:rPr lang="en-GB" sz="1400" dirty="0">
                  <a:solidFill>
                    <a:schemeClr val="bg1">
                      <a:lumMod val="50000"/>
                    </a:schemeClr>
                  </a:solidFill>
                </a:rPr>
                <a:t>	#loc = location</a:t>
              </a:r>
            </a:p>
            <a:p>
              <a:r>
                <a:rPr lang="en-GB" sz="1400" dirty="0">
                  <a:solidFill>
                    <a:schemeClr val="bg1">
                      <a:lumMod val="50000"/>
                    </a:schemeClr>
                  </a:solidFill>
                </a:rPr>
                <a:t>	#output all values in row 2 for each variable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77FA95DF-5C41-76D4-601C-FE2332B8E93C}"/>
              </a:ext>
            </a:extLst>
          </p:cNvPr>
          <p:cNvSpPr txBox="1"/>
          <p:nvPr/>
        </p:nvSpPr>
        <p:spPr>
          <a:xfrm>
            <a:off x="9507980" y="1052512"/>
            <a:ext cx="2368334" cy="447238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lang="en-GB" sz="3000" b="1" dirty="0" err="1">
                <a:solidFill>
                  <a:schemeClr val="tx2"/>
                </a:solidFill>
              </a:rPr>
              <a:t>DataFrame</a:t>
            </a:r>
            <a:endParaRPr lang="en-GB" sz="3000" b="1" dirty="0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GB" sz="1600" dirty="0">
                <a:solidFill>
                  <a:schemeClr val="tx2"/>
                </a:solidFill>
              </a:rPr>
              <a:t>Selecting from the </a:t>
            </a:r>
            <a:r>
              <a:rPr lang="en-GB" sz="1600" dirty="0" err="1">
                <a:solidFill>
                  <a:schemeClr val="tx2"/>
                </a:solidFill>
              </a:rPr>
              <a:t>DataFrame</a:t>
            </a:r>
            <a:endParaRPr lang="en-GB" sz="1600" dirty="0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  <a:spcAft>
                <a:spcPts val="1000"/>
              </a:spcAft>
            </a:pPr>
            <a:endParaRPr lang="en-GB" sz="1600" dirty="0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  <a:spcAft>
                <a:spcPts val="1000"/>
              </a:spcAft>
            </a:pPr>
            <a:endParaRPr lang="en-GB" sz="1600" dirty="0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  <a:spcAft>
                <a:spcPts val="1000"/>
              </a:spcAft>
            </a:pPr>
            <a:endParaRPr lang="en-GB" sz="1600" dirty="0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  <a:spcAft>
                <a:spcPts val="1000"/>
              </a:spcAft>
            </a:pPr>
            <a:endParaRPr lang="en-GB" sz="1600" dirty="0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  <a:spcAft>
                <a:spcPts val="1000"/>
              </a:spcAft>
            </a:pPr>
            <a:endParaRPr lang="en-GB" sz="1600" dirty="0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  <a:spcAft>
                <a:spcPts val="1000"/>
              </a:spcAft>
            </a:pPr>
            <a:endParaRPr lang="en-GB" sz="16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24A9AF-E8A0-AAD1-14BD-D4B314D3A3C4}"/>
              </a:ext>
            </a:extLst>
          </p:cNvPr>
          <p:cNvSpPr txBox="1"/>
          <p:nvPr/>
        </p:nvSpPr>
        <p:spPr>
          <a:xfrm>
            <a:off x="9507980" y="5604214"/>
            <a:ext cx="2269156" cy="333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GB" sz="1400" dirty="0">
                <a:solidFill>
                  <a:schemeClr val="tx2"/>
                </a:solidFill>
              </a:rPr>
              <a:t>Package: Pandas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337ABBD-B255-82B9-56C6-A0868F8CC007}"/>
              </a:ext>
            </a:extLst>
          </p:cNvPr>
          <p:cNvSpPr/>
          <p:nvPr/>
        </p:nvSpPr>
        <p:spPr>
          <a:xfrm>
            <a:off x="9545193" y="2186077"/>
            <a:ext cx="2368333" cy="33388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95199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4490E2-81E2-CF54-A164-6A3C05DDF1E6}"/>
              </a:ext>
            </a:extLst>
          </p:cNvPr>
          <p:cNvSpPr/>
          <p:nvPr/>
        </p:nvSpPr>
        <p:spPr>
          <a:xfrm>
            <a:off x="-1" y="740229"/>
            <a:ext cx="9111343" cy="535577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571950-9E66-E274-D4F3-0A45E0865102}"/>
              </a:ext>
            </a:extLst>
          </p:cNvPr>
          <p:cNvSpPr/>
          <p:nvPr/>
        </p:nvSpPr>
        <p:spPr>
          <a:xfrm>
            <a:off x="9307286" y="751113"/>
            <a:ext cx="2884714" cy="535577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CBDB60-C3FE-EC11-1E52-50350CD613EF}"/>
              </a:ext>
            </a:extLst>
          </p:cNvPr>
          <p:cNvSpPr txBox="1"/>
          <p:nvPr/>
        </p:nvSpPr>
        <p:spPr>
          <a:xfrm>
            <a:off x="9507980" y="1052512"/>
            <a:ext cx="2368334" cy="47529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lang="en-GB" sz="3000" b="1" dirty="0">
                <a:solidFill>
                  <a:schemeClr val="tx2"/>
                </a:solidFill>
              </a:rPr>
              <a:t>Functions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GB" sz="1600" dirty="0">
                <a:solidFill>
                  <a:schemeClr val="tx2"/>
                </a:solidFill>
              </a:rPr>
              <a:t>Best Practice</a:t>
            </a:r>
          </a:p>
          <a:p>
            <a:pPr marL="285750" indent="-285750">
              <a:lnSpc>
                <a:spcPct val="12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GB" sz="1600" b="1" dirty="0">
                <a:solidFill>
                  <a:schemeClr val="tx2"/>
                </a:solidFill>
              </a:rPr>
              <a:t>Annotation</a:t>
            </a:r>
            <a:r>
              <a:rPr lang="en-GB" sz="1600" dirty="0">
                <a:solidFill>
                  <a:schemeClr val="tx2"/>
                </a:solidFill>
              </a:rPr>
              <a:t> throughout, explaining the usage for each function. </a:t>
            </a:r>
          </a:p>
          <a:p>
            <a:pPr marL="285750" indent="-285750">
              <a:lnSpc>
                <a:spcPct val="12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GB" sz="1600" b="1" dirty="0">
                <a:solidFill>
                  <a:schemeClr val="tx2"/>
                </a:solidFill>
              </a:rPr>
              <a:t>Single functionality</a:t>
            </a:r>
            <a:r>
              <a:rPr lang="en-GB" sz="1600" dirty="0">
                <a:solidFill>
                  <a:schemeClr val="tx2"/>
                </a:solidFill>
              </a:rPr>
              <a:t>, adding functionality through decorator functions (such as logging, timing, or access control).</a:t>
            </a:r>
          </a:p>
          <a:p>
            <a:pPr marL="285750" indent="-285750">
              <a:lnSpc>
                <a:spcPct val="12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GB" sz="1600" b="1" dirty="0">
                <a:solidFill>
                  <a:schemeClr val="tx2"/>
                </a:solidFill>
              </a:rPr>
              <a:t>Temporary Variables</a:t>
            </a:r>
            <a:r>
              <a:rPr lang="en-GB" sz="1600" dirty="0">
                <a:solidFill>
                  <a:schemeClr val="tx2"/>
                </a:solidFill>
              </a:rPr>
              <a:t>, to avoid overwriting existing data.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endParaRPr lang="en-GB" sz="1600" dirty="0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  <a:spcAft>
                <a:spcPts val="1000"/>
              </a:spcAft>
            </a:pPr>
            <a:endParaRPr lang="en-GB" sz="16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205918-FA49-8709-951E-24FB52DAE846}"/>
              </a:ext>
            </a:extLst>
          </p:cNvPr>
          <p:cNvSpPr txBox="1"/>
          <p:nvPr/>
        </p:nvSpPr>
        <p:spPr>
          <a:xfrm>
            <a:off x="315686" y="985919"/>
            <a:ext cx="8443303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chemeClr val="tx2"/>
                </a:solidFill>
              </a:rPr>
              <a:t>Practicing functions:</a:t>
            </a:r>
            <a:br>
              <a:rPr lang="en-GB" sz="1400" dirty="0">
                <a:solidFill>
                  <a:schemeClr val="tx2"/>
                </a:solidFill>
              </a:rPr>
            </a:br>
            <a:endParaRPr lang="en-GB" sz="1400" dirty="0">
              <a:solidFill>
                <a:schemeClr val="tx2"/>
              </a:solidFill>
            </a:endParaRPr>
          </a:p>
          <a:p>
            <a:r>
              <a:rPr lang="en-GB" sz="1600" dirty="0">
                <a:solidFill>
                  <a:schemeClr val="tx2"/>
                </a:solidFill>
              </a:rPr>
              <a:t>Basics</a:t>
            </a:r>
            <a:endParaRPr lang="en-GB" dirty="0">
              <a:solidFill>
                <a:schemeClr val="tx2"/>
              </a:solidFill>
            </a:endParaRPr>
          </a:p>
          <a:p>
            <a:pPr marL="342900" indent="-342900">
              <a:buAutoNum type="arabicPeriod"/>
            </a:pPr>
            <a:r>
              <a:rPr lang="en-GB" sz="1600" dirty="0">
                <a:solidFill>
                  <a:schemeClr val="tx2"/>
                </a:solidFill>
              </a:rPr>
              <a:t>Create a function that uses each of the argument types, and combinations.</a:t>
            </a:r>
          </a:p>
          <a:p>
            <a:pPr marL="342900" indent="-342900">
              <a:buAutoNum type="arabicPeriod"/>
            </a:pPr>
            <a:r>
              <a:rPr lang="en-GB" sz="1600" dirty="0">
                <a:solidFill>
                  <a:schemeClr val="tx2"/>
                </a:solidFill>
              </a:rPr>
              <a:t>Assign the function output to a variable.</a:t>
            </a:r>
          </a:p>
          <a:p>
            <a:pPr marL="342900" indent="-342900">
              <a:buFontTx/>
              <a:buAutoNum type="arabicPeriod"/>
            </a:pPr>
            <a:r>
              <a:rPr lang="en-GB" sz="1600" dirty="0">
                <a:solidFill>
                  <a:schemeClr val="tx2"/>
                </a:solidFill>
              </a:rPr>
              <a:t>Use a function as an input into another function</a:t>
            </a:r>
          </a:p>
          <a:p>
            <a:endParaRPr lang="en-GB" sz="1600" dirty="0">
              <a:solidFill>
                <a:schemeClr val="tx2"/>
              </a:solidFill>
            </a:endParaRPr>
          </a:p>
          <a:p>
            <a:r>
              <a:rPr lang="en-GB" sz="1600" dirty="0">
                <a:solidFill>
                  <a:schemeClr val="tx2"/>
                </a:solidFill>
              </a:rPr>
              <a:t>Incorporating logic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dirty="0">
                <a:solidFill>
                  <a:schemeClr val="tx2"/>
                </a:solidFill>
              </a:rPr>
              <a:t>Write a recursive function (such as factorial, Fibonacci sequences, or tree Traversal).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dirty="0">
                <a:solidFill>
                  <a:schemeClr val="tx2"/>
                </a:solidFill>
              </a:rPr>
              <a:t>Write a function that uses list comprehension (such as, returning only the even numbers in a list).</a:t>
            </a:r>
          </a:p>
          <a:p>
            <a:endParaRPr lang="en-GB" sz="1600" dirty="0">
              <a:solidFill>
                <a:schemeClr val="tx2"/>
              </a:solidFill>
            </a:endParaRPr>
          </a:p>
          <a:p>
            <a:r>
              <a:rPr lang="en-GB" sz="1600" dirty="0">
                <a:solidFill>
                  <a:schemeClr val="tx2"/>
                </a:solidFill>
              </a:rPr>
              <a:t>Extra for experts</a:t>
            </a:r>
          </a:p>
          <a:p>
            <a:pPr marL="342900" indent="-342900">
              <a:buFontTx/>
              <a:buAutoNum type="arabicPeriod"/>
            </a:pPr>
            <a:r>
              <a:rPr lang="en-GB" sz="1600" dirty="0">
                <a:solidFill>
                  <a:schemeClr val="tx2"/>
                </a:solidFill>
              </a:rPr>
              <a:t>Write a class that contains several functions (such as, a calculator class with methods for addition, subtraction, multiplication, and division).</a:t>
            </a:r>
          </a:p>
          <a:p>
            <a:pPr marL="342900" indent="-342900">
              <a:buFontTx/>
              <a:buAutoNum type="arabicPeriod"/>
            </a:pPr>
            <a:r>
              <a:rPr lang="en-GB" sz="1600" dirty="0">
                <a:solidFill>
                  <a:schemeClr val="tx2"/>
                </a:solidFill>
              </a:rPr>
              <a:t>Implement function overloading, using *</a:t>
            </a:r>
            <a:r>
              <a:rPr lang="en-GB" sz="1600" dirty="0" err="1">
                <a:solidFill>
                  <a:schemeClr val="tx2"/>
                </a:solidFill>
              </a:rPr>
              <a:t>args</a:t>
            </a:r>
            <a:r>
              <a:rPr lang="en-GB" sz="1600" dirty="0">
                <a:solidFill>
                  <a:schemeClr val="tx2"/>
                </a:solidFill>
              </a:rPr>
              <a:t> or conditional logic (such as, a function that sums values for 2 numbers a list).</a:t>
            </a:r>
          </a:p>
          <a:p>
            <a:pPr marL="342900" indent="-342900">
              <a:buAutoNum type="arabicPeriod"/>
            </a:pPr>
            <a:r>
              <a:rPr lang="en-GB" sz="1600" dirty="0">
                <a:solidFill>
                  <a:schemeClr val="tx2"/>
                </a:solidFill>
              </a:rPr>
              <a:t>Create a decorator function, that can wrap around any function (such as, a function that returns the log and time taken for the function to execute).</a:t>
            </a:r>
          </a:p>
          <a:p>
            <a:pPr marL="342900" indent="-342900">
              <a:buAutoNum type="arabicPeriod"/>
            </a:pPr>
            <a:endParaRPr lang="en-GB" sz="1600" dirty="0">
              <a:solidFill>
                <a:schemeClr val="tx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24C050-55D5-9ECF-4E3D-F81936BF3F96}"/>
              </a:ext>
            </a:extLst>
          </p:cNvPr>
          <p:cNvSpPr/>
          <p:nvPr/>
        </p:nvSpPr>
        <p:spPr>
          <a:xfrm>
            <a:off x="950954" y="1384944"/>
            <a:ext cx="10075871" cy="421870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54255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0CADD-1F07-AE12-0FF2-9D4BA4A4A3B9}"/>
              </a:ext>
            </a:extLst>
          </p:cNvPr>
          <p:cNvSpPr txBox="1">
            <a:spLocks/>
          </p:cNvSpPr>
          <p:nvPr/>
        </p:nvSpPr>
        <p:spPr>
          <a:xfrm>
            <a:off x="407987" y="576000"/>
            <a:ext cx="11376017" cy="53434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000" dirty="0">
                <a:solidFill>
                  <a:schemeClr val="tx2"/>
                </a:solidFill>
              </a:rPr>
              <a:t>Pandas: </a:t>
            </a:r>
            <a:r>
              <a:rPr lang="en-GB" sz="3000" dirty="0" err="1">
                <a:solidFill>
                  <a:schemeClr val="tx2"/>
                </a:solidFill>
              </a:rPr>
              <a:t>DataFrame</a:t>
            </a:r>
            <a:r>
              <a:rPr lang="en-GB" sz="3000" dirty="0">
                <a:solidFill>
                  <a:schemeClr val="tx2"/>
                </a:solidFill>
              </a:rPr>
              <a:t> commands</a:t>
            </a:r>
            <a:endParaRPr lang="en-US" sz="30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28907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63CDF66-82C8-E6D2-529E-84C0BCFC0D57}"/>
              </a:ext>
            </a:extLst>
          </p:cNvPr>
          <p:cNvSpPr/>
          <p:nvPr/>
        </p:nvSpPr>
        <p:spPr>
          <a:xfrm>
            <a:off x="2950029" y="4568752"/>
            <a:ext cx="9241971" cy="12083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9F0F5C-318E-3297-B6C1-DCEFD84365E7}"/>
              </a:ext>
            </a:extLst>
          </p:cNvPr>
          <p:cNvSpPr txBox="1"/>
          <p:nvPr/>
        </p:nvSpPr>
        <p:spPr>
          <a:xfrm>
            <a:off x="3467100" y="4844408"/>
            <a:ext cx="52578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8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Python Cheat Sheets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6B7AD9-5512-763D-544C-7BA81C62F239}"/>
              </a:ext>
            </a:extLst>
          </p:cNvPr>
          <p:cNvSpPr/>
          <p:nvPr/>
        </p:nvSpPr>
        <p:spPr>
          <a:xfrm>
            <a:off x="0" y="331971"/>
            <a:ext cx="2950029" cy="4985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A41EA8-92E8-5135-F3E5-9AA069C72FC9}"/>
              </a:ext>
            </a:extLst>
          </p:cNvPr>
          <p:cNvSpPr/>
          <p:nvPr/>
        </p:nvSpPr>
        <p:spPr>
          <a:xfrm>
            <a:off x="2950029" y="5943073"/>
            <a:ext cx="9241971" cy="19919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453AE3-A345-6AC3-2CE5-8B9752D6092E}"/>
              </a:ext>
            </a:extLst>
          </p:cNvPr>
          <p:cNvSpPr txBox="1"/>
          <p:nvPr/>
        </p:nvSpPr>
        <p:spPr>
          <a:xfrm>
            <a:off x="359229" y="968828"/>
            <a:ext cx="24601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accent2">
                    <a:lumMod val="75000"/>
                  </a:schemeClr>
                </a:solidFill>
              </a:rPr>
              <a:t>Useful Modules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accent2">
                    <a:lumMod val="75000"/>
                  </a:schemeClr>
                </a:solidFill>
              </a:rPr>
              <a:t>Function conventions</a:t>
            </a:r>
          </a:p>
        </p:txBody>
      </p:sp>
    </p:spTree>
    <p:extLst>
      <p:ext uri="{BB962C8B-B14F-4D97-AF65-F5344CB8AC3E}">
        <p14:creationId xmlns:p14="http://schemas.microsoft.com/office/powerpoint/2010/main" val="29417519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C1BDD-FDC5-0C63-8711-DAFFB021C11E}"/>
              </a:ext>
            </a:extLst>
          </p:cNvPr>
          <p:cNvSpPr txBox="1">
            <a:spLocks/>
          </p:cNvSpPr>
          <p:nvPr/>
        </p:nvSpPr>
        <p:spPr>
          <a:xfrm>
            <a:off x="407987" y="315686"/>
            <a:ext cx="11376017" cy="5927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000" dirty="0">
                <a:solidFill>
                  <a:schemeClr val="tx2"/>
                </a:solidFill>
              </a:rPr>
              <a:t>Python Modules: useful collections to get started</a:t>
            </a:r>
            <a:endParaRPr lang="en-US" sz="3000" dirty="0">
              <a:solidFill>
                <a:schemeClr val="tx2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044203C-EBA5-11BB-0D76-28770FC484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9871969"/>
              </p:ext>
            </p:extLst>
          </p:nvPr>
        </p:nvGraphicFramePr>
        <p:xfrm>
          <a:off x="586889" y="1115573"/>
          <a:ext cx="11067281" cy="3139224"/>
        </p:xfrm>
        <a:graphic>
          <a:graphicData uri="http://schemas.openxmlformats.org/drawingml/2006/table">
            <a:tbl>
              <a:tblPr/>
              <a:tblGrid>
                <a:gridCol w="1896228">
                  <a:extLst>
                    <a:ext uri="{9D8B030D-6E8A-4147-A177-3AD203B41FA5}">
                      <a16:colId xmlns:a16="http://schemas.microsoft.com/office/drawing/2014/main" val="3433860719"/>
                    </a:ext>
                  </a:extLst>
                </a:gridCol>
                <a:gridCol w="214181">
                  <a:extLst>
                    <a:ext uri="{9D8B030D-6E8A-4147-A177-3AD203B41FA5}">
                      <a16:colId xmlns:a16="http://schemas.microsoft.com/office/drawing/2014/main" val="3958997513"/>
                    </a:ext>
                  </a:extLst>
                </a:gridCol>
                <a:gridCol w="2985624">
                  <a:extLst>
                    <a:ext uri="{9D8B030D-6E8A-4147-A177-3AD203B41FA5}">
                      <a16:colId xmlns:a16="http://schemas.microsoft.com/office/drawing/2014/main" val="3039357208"/>
                    </a:ext>
                  </a:extLst>
                </a:gridCol>
                <a:gridCol w="2985624">
                  <a:extLst>
                    <a:ext uri="{9D8B030D-6E8A-4147-A177-3AD203B41FA5}">
                      <a16:colId xmlns:a16="http://schemas.microsoft.com/office/drawing/2014/main" val="68449490"/>
                    </a:ext>
                  </a:extLst>
                </a:gridCol>
                <a:gridCol w="2985624">
                  <a:extLst>
                    <a:ext uri="{9D8B030D-6E8A-4147-A177-3AD203B41FA5}">
                      <a16:colId xmlns:a16="http://schemas.microsoft.com/office/drawing/2014/main" val="878945733"/>
                    </a:ext>
                  </a:extLst>
                </a:gridCol>
              </a:tblGrid>
              <a:tr h="0">
                <a:tc gridSpan="5">
                  <a:txBody>
                    <a:bodyPr/>
                    <a:lstStyle/>
                    <a:p>
                      <a:pPr algn="l"/>
                      <a:r>
                        <a:rPr lang="en-GB" b="0" dirty="0">
                          <a:solidFill>
                            <a:schemeClr val="accent2"/>
                          </a:solidFill>
                        </a:rPr>
                        <a:t>Modules are collections of pre-written code (functions, classes, variables) that you can import and use in your programs.</a:t>
                      </a:r>
                      <a:endParaRPr lang="en-GB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 sz="1800" dirty="0">
                        <a:solidFill>
                          <a:schemeClr val="accent4"/>
                        </a:solidFill>
                      </a:endParaRPr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 sz="1800" dirty="0">
                        <a:solidFill>
                          <a:schemeClr val="accent4"/>
                        </a:solidFill>
                      </a:endParaRPr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 sz="1800" dirty="0">
                        <a:solidFill>
                          <a:schemeClr val="accent4"/>
                        </a:solidFill>
                      </a:endParaRPr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 sz="1800" dirty="0">
                        <a:solidFill>
                          <a:schemeClr val="accent4"/>
                        </a:solidFill>
                      </a:endParaRPr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45467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GB" sz="1600" b="1" dirty="0">
                          <a:solidFill>
                            <a:schemeClr val="accent4"/>
                          </a:solidFill>
                        </a:rPr>
                        <a:t>Module</a:t>
                      </a:r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>
                        <a:solidFill>
                          <a:schemeClr val="accent4"/>
                        </a:solidFill>
                      </a:endParaRPr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dirty="0">
                          <a:solidFill>
                            <a:schemeClr val="accent4"/>
                          </a:solidFill>
                        </a:rPr>
                        <a:t>Datetime</a:t>
                      </a:r>
                      <a:endParaRPr lang="en-GB" sz="1800" dirty="0">
                        <a:solidFill>
                          <a:schemeClr val="accent4"/>
                        </a:solidFill>
                      </a:endParaRPr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>
                        <a:solidFill>
                          <a:schemeClr val="accent4"/>
                        </a:solidFill>
                      </a:endParaRPr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>
                        <a:solidFill>
                          <a:schemeClr val="accent4"/>
                        </a:solidFill>
                      </a:endParaRPr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2305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GB" sz="1600" b="1" dirty="0">
                          <a:solidFill>
                            <a:schemeClr val="accent4"/>
                          </a:solidFill>
                        </a:rPr>
                        <a:t>Code</a:t>
                      </a:r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>
                        <a:solidFill>
                          <a:schemeClr val="accent4"/>
                        </a:solidFill>
                      </a:endParaRPr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solidFill>
                            <a:schemeClr val="accent4"/>
                          </a:solidFill>
                        </a:rPr>
                        <a:t>Sleep</a:t>
                      </a:r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>
                        <a:solidFill>
                          <a:schemeClr val="accent4"/>
                        </a:solidFill>
                      </a:endParaRPr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>
                        <a:solidFill>
                          <a:schemeClr val="accent4"/>
                        </a:solidFill>
                      </a:endParaRPr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3881429"/>
                  </a:ext>
                </a:extLst>
              </a:tr>
              <a:tr h="118975"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>
                          <a:solidFill>
                            <a:schemeClr val="accent4"/>
                          </a:solidFill>
                        </a:rPr>
                        <a:t>About</a:t>
                      </a:r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solidFill>
                          <a:schemeClr val="accent4"/>
                        </a:solidFill>
                      </a:endParaRPr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Sleep is a function stored in the datetime module, for getting your script to pause for a given number of seconds</a:t>
                      </a:r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55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>
                          <a:solidFill>
                            <a:schemeClr val="accent4"/>
                          </a:solidFill>
                        </a:rPr>
                        <a:t>Caution</a:t>
                      </a:r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solidFill>
                          <a:schemeClr val="accent4"/>
                        </a:solidFill>
                      </a:endParaRPr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/>
                        <a:t>[something about the default setting? Slide 30]</a:t>
                      </a:r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20084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>
                          <a:solidFill>
                            <a:schemeClr val="accent4"/>
                          </a:solidFill>
                        </a:rPr>
                        <a:t>Example</a:t>
                      </a:r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solidFill>
                          <a:schemeClr val="accent4"/>
                        </a:solidFill>
                      </a:endParaRPr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400" dirty="0"/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5513497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120397EF-46FB-6536-2B3D-A4D2B6680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0232" y="4028803"/>
            <a:ext cx="2240792" cy="114226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333744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0CADD-1F07-AE12-0FF2-9D4BA4A4A3B9}"/>
              </a:ext>
            </a:extLst>
          </p:cNvPr>
          <p:cNvSpPr txBox="1">
            <a:spLocks/>
          </p:cNvSpPr>
          <p:nvPr/>
        </p:nvSpPr>
        <p:spPr>
          <a:xfrm>
            <a:off x="407987" y="576000"/>
            <a:ext cx="11376017" cy="53434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000" dirty="0">
                <a:solidFill>
                  <a:schemeClr val="tx2"/>
                </a:solidFill>
              </a:rPr>
              <a:t>Python conventions: Positional and Keyword Arguments in functions</a:t>
            </a:r>
            <a:endParaRPr lang="en-US" sz="3000" dirty="0">
              <a:solidFill>
                <a:schemeClr val="tx2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0B2572C-B757-0325-19DD-C573C35B50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9214043"/>
              </p:ext>
            </p:extLst>
          </p:nvPr>
        </p:nvGraphicFramePr>
        <p:xfrm>
          <a:off x="586889" y="1332743"/>
          <a:ext cx="11067281" cy="3626832"/>
        </p:xfrm>
        <a:graphic>
          <a:graphicData uri="http://schemas.openxmlformats.org/drawingml/2006/table">
            <a:tbl>
              <a:tblPr/>
              <a:tblGrid>
                <a:gridCol w="1896228">
                  <a:extLst>
                    <a:ext uri="{9D8B030D-6E8A-4147-A177-3AD203B41FA5}">
                      <a16:colId xmlns:a16="http://schemas.microsoft.com/office/drawing/2014/main" val="3433860719"/>
                    </a:ext>
                  </a:extLst>
                </a:gridCol>
                <a:gridCol w="214181">
                  <a:extLst>
                    <a:ext uri="{9D8B030D-6E8A-4147-A177-3AD203B41FA5}">
                      <a16:colId xmlns:a16="http://schemas.microsoft.com/office/drawing/2014/main" val="3958997513"/>
                    </a:ext>
                  </a:extLst>
                </a:gridCol>
                <a:gridCol w="2985624">
                  <a:extLst>
                    <a:ext uri="{9D8B030D-6E8A-4147-A177-3AD203B41FA5}">
                      <a16:colId xmlns:a16="http://schemas.microsoft.com/office/drawing/2014/main" val="3039357208"/>
                    </a:ext>
                  </a:extLst>
                </a:gridCol>
                <a:gridCol w="2985624">
                  <a:extLst>
                    <a:ext uri="{9D8B030D-6E8A-4147-A177-3AD203B41FA5}">
                      <a16:colId xmlns:a16="http://schemas.microsoft.com/office/drawing/2014/main" val="68449490"/>
                    </a:ext>
                  </a:extLst>
                </a:gridCol>
                <a:gridCol w="2985624">
                  <a:extLst>
                    <a:ext uri="{9D8B030D-6E8A-4147-A177-3AD203B41FA5}">
                      <a16:colId xmlns:a16="http://schemas.microsoft.com/office/drawing/2014/main" val="878945733"/>
                    </a:ext>
                  </a:extLst>
                </a:gridCol>
              </a:tblGrid>
              <a:tr h="0">
                <a:tc gridSpan="5"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solidFill>
                            <a:schemeClr val="accent4"/>
                          </a:solidFill>
                        </a:rPr>
                        <a:t>Convention choice will depend on the function argument needs.</a:t>
                      </a:r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 sz="1800" dirty="0">
                        <a:solidFill>
                          <a:schemeClr val="accent4"/>
                        </a:solidFill>
                      </a:endParaRPr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 sz="1800" dirty="0">
                        <a:solidFill>
                          <a:schemeClr val="accent4"/>
                        </a:solidFill>
                      </a:endParaRPr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 sz="1800" dirty="0">
                        <a:solidFill>
                          <a:schemeClr val="accent4"/>
                        </a:solidFill>
                      </a:endParaRPr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 sz="1800" dirty="0">
                        <a:solidFill>
                          <a:schemeClr val="accent4"/>
                        </a:solidFill>
                      </a:endParaRPr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45467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GB" sz="1800" b="1" dirty="0">
                          <a:solidFill>
                            <a:schemeClr val="accent4"/>
                          </a:solidFill>
                        </a:rPr>
                        <a:t>Convention</a:t>
                      </a:r>
                      <a:endParaRPr lang="en-GB" sz="1800" dirty="0">
                        <a:solidFill>
                          <a:schemeClr val="accent4"/>
                        </a:solidFill>
                      </a:endParaRPr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>
                        <a:solidFill>
                          <a:schemeClr val="accent4"/>
                        </a:solidFill>
                      </a:endParaRPr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dirty="0">
                          <a:solidFill>
                            <a:schemeClr val="accent4"/>
                          </a:solidFill>
                        </a:rPr>
                        <a:t>*</a:t>
                      </a:r>
                      <a:r>
                        <a:rPr lang="en-GB" sz="1800" b="1" dirty="0" err="1">
                          <a:solidFill>
                            <a:schemeClr val="accent4"/>
                          </a:solidFill>
                        </a:rPr>
                        <a:t>args</a:t>
                      </a:r>
                      <a:endParaRPr lang="en-GB" sz="1800" dirty="0">
                        <a:solidFill>
                          <a:schemeClr val="accent4"/>
                        </a:solidFill>
                      </a:endParaRPr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dirty="0">
                          <a:solidFill>
                            <a:schemeClr val="accent4"/>
                          </a:solidFill>
                        </a:rPr>
                        <a:t>**</a:t>
                      </a:r>
                      <a:r>
                        <a:rPr lang="en-GB" sz="1800" b="1" dirty="0" err="1">
                          <a:solidFill>
                            <a:schemeClr val="accent4"/>
                          </a:solidFill>
                        </a:rPr>
                        <a:t>kwargs</a:t>
                      </a:r>
                      <a:endParaRPr lang="en-GB" sz="1800" dirty="0">
                        <a:solidFill>
                          <a:schemeClr val="accent4"/>
                        </a:solidFill>
                      </a:endParaRPr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dirty="0">
                          <a:solidFill>
                            <a:schemeClr val="accent4"/>
                          </a:solidFill>
                        </a:rPr>
                        <a:t>* (on Its Own)</a:t>
                      </a:r>
                      <a:endParaRPr lang="en-GB" sz="1800" dirty="0">
                        <a:solidFill>
                          <a:schemeClr val="accent4"/>
                        </a:solidFill>
                      </a:endParaRPr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2305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>
                          <a:solidFill>
                            <a:schemeClr val="accent4"/>
                          </a:solidFill>
                        </a:rPr>
                        <a:t>Purpose</a:t>
                      </a:r>
                      <a:endParaRPr lang="en-GB" sz="1400" dirty="0">
                        <a:solidFill>
                          <a:schemeClr val="accent4"/>
                        </a:solidFill>
                      </a:endParaRPr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solidFill>
                          <a:schemeClr val="accent4"/>
                        </a:solidFill>
                      </a:endParaRPr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Passes a variable number of positional arguments</a:t>
                      </a:r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Passes a variable number of keyword arguments</a:t>
                      </a:r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Forces all arguments after * to be keyword-only arguments</a:t>
                      </a:r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71914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>
                          <a:solidFill>
                            <a:schemeClr val="accent4"/>
                          </a:solidFill>
                        </a:rPr>
                        <a:t>Data Type</a:t>
                      </a:r>
                      <a:endParaRPr lang="en-GB" sz="1400" dirty="0">
                        <a:solidFill>
                          <a:schemeClr val="accent4"/>
                        </a:solidFill>
                      </a:endParaRPr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solidFill>
                          <a:schemeClr val="accent4"/>
                        </a:solidFill>
                      </a:endParaRPr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Packed into a </a:t>
                      </a:r>
                      <a:r>
                        <a:rPr lang="en-GB" sz="1400" b="1" dirty="0"/>
                        <a:t>tuple </a:t>
                      </a:r>
                      <a:r>
                        <a:rPr lang="en-GB" sz="1400" b="0" dirty="0"/>
                        <a:t>(immutable)</a:t>
                      </a:r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Packed into a </a:t>
                      </a:r>
                      <a:r>
                        <a:rPr lang="en-GB" sz="1400" b="1" dirty="0"/>
                        <a:t>dictionary </a:t>
                      </a:r>
                      <a:r>
                        <a:rPr lang="en-GB" sz="1400" b="0" dirty="0"/>
                        <a:t>(mutable)</a:t>
                      </a:r>
                      <a:endParaRPr lang="en-GB" sz="1400" dirty="0"/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N/A (just enforces keyword arguments for parameters after it; requires Python 3)</a:t>
                      </a:r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88493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>
                          <a:solidFill>
                            <a:schemeClr val="accent4"/>
                          </a:solidFill>
                        </a:rPr>
                        <a:t>Accessing Data</a:t>
                      </a:r>
                      <a:endParaRPr lang="en-GB" sz="1400" dirty="0">
                        <a:solidFill>
                          <a:schemeClr val="accent4"/>
                        </a:solidFill>
                      </a:endParaRPr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solidFill>
                          <a:schemeClr val="accent4"/>
                        </a:solidFill>
                      </a:endParaRPr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Access arguments by </a:t>
                      </a:r>
                      <a:r>
                        <a:rPr lang="en-GB" sz="1400" b="1"/>
                        <a:t>position</a:t>
                      </a:r>
                      <a:r>
                        <a:rPr lang="en-GB" sz="1400"/>
                        <a:t> (index)</a:t>
                      </a:r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Access arguments by </a:t>
                      </a:r>
                      <a:r>
                        <a:rPr lang="en-GB" sz="1400" b="1"/>
                        <a:t>name</a:t>
                      </a:r>
                      <a:r>
                        <a:rPr lang="en-GB" sz="1400"/>
                        <a:t> (key)</a:t>
                      </a:r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Access arguments by </a:t>
                      </a:r>
                      <a:r>
                        <a:rPr lang="en-GB" sz="1400" b="1" dirty="0"/>
                        <a:t>name</a:t>
                      </a:r>
                      <a:r>
                        <a:rPr lang="en-GB" sz="1400" dirty="0"/>
                        <a:t> after *</a:t>
                      </a:r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648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>
                          <a:solidFill>
                            <a:schemeClr val="accent4"/>
                          </a:solidFill>
                        </a:rPr>
                        <a:t>Function Definition</a:t>
                      </a:r>
                      <a:endParaRPr lang="en-GB" sz="1400" dirty="0">
                        <a:solidFill>
                          <a:schemeClr val="accent4"/>
                        </a:solidFill>
                      </a:endParaRPr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solidFill>
                          <a:schemeClr val="accent4"/>
                        </a:solidFill>
                      </a:endParaRPr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def my_function(*args):</a:t>
                      </a:r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def my_function(**kwargs):</a:t>
                      </a:r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def </a:t>
                      </a:r>
                      <a:r>
                        <a:rPr lang="en-GB" sz="1400" dirty="0" err="1"/>
                        <a:t>my_function</a:t>
                      </a:r>
                      <a:r>
                        <a:rPr lang="en-GB" sz="1400" dirty="0"/>
                        <a:t>(a, b, *, c):</a:t>
                      </a:r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984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>
                          <a:solidFill>
                            <a:schemeClr val="accent4"/>
                          </a:solidFill>
                        </a:rPr>
                        <a:t>Use Case</a:t>
                      </a:r>
                      <a:endParaRPr lang="en-GB" sz="1400" dirty="0">
                        <a:solidFill>
                          <a:schemeClr val="accent4"/>
                        </a:solidFill>
                      </a:endParaRPr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solidFill>
                          <a:schemeClr val="accent4"/>
                        </a:solidFill>
                      </a:endParaRPr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When you want to accept an unknown number of positional arguments</a:t>
                      </a:r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When you want to accept an unknown number of keyword arguments</a:t>
                      </a:r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When you want to enforce that certain parameters must be passed by name</a:t>
                      </a:r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49651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GB" sz="1400" dirty="0">
                          <a:solidFill>
                            <a:schemeClr val="accent4"/>
                          </a:solidFill>
                        </a:rPr>
                        <a:t>Example</a:t>
                      </a:r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solidFill>
                          <a:schemeClr val="accent4"/>
                        </a:solidFill>
                      </a:endParaRPr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55454"/>
                  </a:ext>
                </a:extLst>
              </a:tr>
            </a:tbl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7A3F9A7C-826B-CD61-14F2-15BD494007A6}"/>
              </a:ext>
            </a:extLst>
          </p:cNvPr>
          <p:cNvGrpSpPr/>
          <p:nvPr/>
        </p:nvGrpSpPr>
        <p:grpSpPr>
          <a:xfrm>
            <a:off x="2822711" y="4889634"/>
            <a:ext cx="8652558" cy="1176177"/>
            <a:chOff x="2822711" y="4889634"/>
            <a:chExt cx="8652558" cy="117617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20CA044-E105-68C5-2EA1-CFC40301559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49651"/>
            <a:stretch/>
          </p:blipFill>
          <p:spPr>
            <a:xfrm>
              <a:off x="2822711" y="4889634"/>
              <a:ext cx="2241393" cy="117617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DF1A6F1-D770-4131-6F1F-6B730244EC9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14132"/>
            <a:stretch/>
          </p:blipFill>
          <p:spPr>
            <a:xfrm>
              <a:off x="5285740" y="4935306"/>
              <a:ext cx="3768707" cy="1104709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BD5D34D-7150-C73B-C785-A30D2A481C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r="49129"/>
            <a:stretch/>
          </p:blipFill>
          <p:spPr>
            <a:xfrm>
              <a:off x="9233876" y="4916802"/>
              <a:ext cx="2241393" cy="11047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013535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0CADD-1F07-AE12-0FF2-9D4BA4A4A3B9}"/>
              </a:ext>
            </a:extLst>
          </p:cNvPr>
          <p:cNvSpPr txBox="1">
            <a:spLocks/>
          </p:cNvSpPr>
          <p:nvPr/>
        </p:nvSpPr>
        <p:spPr>
          <a:xfrm>
            <a:off x="407987" y="576000"/>
            <a:ext cx="11376017" cy="53434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000" dirty="0">
                <a:solidFill>
                  <a:schemeClr val="tx2"/>
                </a:solidFill>
              </a:rPr>
              <a:t>Glossary</a:t>
            </a:r>
            <a:endParaRPr lang="en-US" sz="3000" dirty="0">
              <a:solidFill>
                <a:schemeClr val="tx2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0B2572C-B757-0325-19DD-C573C35B50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1538352"/>
              </p:ext>
            </p:extLst>
          </p:nvPr>
        </p:nvGraphicFramePr>
        <p:xfrm>
          <a:off x="570968" y="1110343"/>
          <a:ext cx="11050054" cy="4906992"/>
        </p:xfrm>
        <a:graphic>
          <a:graphicData uri="http://schemas.openxmlformats.org/drawingml/2006/table">
            <a:tbl>
              <a:tblPr/>
              <a:tblGrid>
                <a:gridCol w="1194283">
                  <a:extLst>
                    <a:ext uri="{9D8B030D-6E8A-4147-A177-3AD203B41FA5}">
                      <a16:colId xmlns:a16="http://schemas.microsoft.com/office/drawing/2014/main" val="3433860719"/>
                    </a:ext>
                  </a:extLst>
                </a:gridCol>
                <a:gridCol w="1568324">
                  <a:extLst>
                    <a:ext uri="{9D8B030D-6E8A-4147-A177-3AD203B41FA5}">
                      <a16:colId xmlns:a16="http://schemas.microsoft.com/office/drawing/2014/main" val="3958997513"/>
                    </a:ext>
                  </a:extLst>
                </a:gridCol>
                <a:gridCol w="8287447">
                  <a:extLst>
                    <a:ext uri="{9D8B030D-6E8A-4147-A177-3AD203B41FA5}">
                      <a16:colId xmlns:a16="http://schemas.microsoft.com/office/drawing/2014/main" val="3039357208"/>
                    </a:ext>
                  </a:extLst>
                </a:gridCol>
              </a:tblGrid>
              <a:tr h="218991">
                <a:tc gridSpan="3">
                  <a:txBody>
                    <a:bodyPr/>
                    <a:lstStyle/>
                    <a:p>
                      <a:pPr algn="l"/>
                      <a:endParaRPr lang="en-GB" sz="1800" b="0" dirty="0">
                        <a:solidFill>
                          <a:schemeClr val="accent4"/>
                        </a:solidFill>
                      </a:endParaRPr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 sz="1800" dirty="0">
                        <a:solidFill>
                          <a:schemeClr val="accent4"/>
                        </a:solidFill>
                      </a:endParaRPr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 sz="1800" dirty="0">
                        <a:solidFill>
                          <a:schemeClr val="accent4"/>
                        </a:solidFill>
                      </a:endParaRPr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4546792"/>
                  </a:ext>
                </a:extLst>
              </a:tr>
              <a:tr h="218991">
                <a:tc>
                  <a:txBody>
                    <a:bodyPr/>
                    <a:lstStyle/>
                    <a:p>
                      <a:pPr algn="r"/>
                      <a:r>
                        <a:rPr lang="en-GB" sz="1800" b="1" dirty="0">
                          <a:solidFill>
                            <a:schemeClr val="accent4"/>
                          </a:solidFill>
                        </a:rPr>
                        <a:t>Glossary</a:t>
                      </a:r>
                      <a:endParaRPr lang="en-GB" sz="1800" dirty="0">
                        <a:solidFill>
                          <a:schemeClr val="accent4"/>
                        </a:solidFill>
                      </a:endParaRPr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accent4"/>
                          </a:solidFill>
                        </a:rPr>
                        <a:t>Example</a:t>
                      </a:r>
                      <a:endParaRPr lang="en-GB" sz="1800" dirty="0">
                        <a:solidFill>
                          <a:schemeClr val="accent4"/>
                        </a:solidFill>
                      </a:endParaRPr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>
                        <a:solidFill>
                          <a:schemeClr val="accent4"/>
                        </a:solidFill>
                      </a:endParaRPr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2305799"/>
                  </a:ext>
                </a:extLst>
              </a:tr>
              <a:tr h="1715576"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>
                          <a:solidFill>
                            <a:schemeClr val="accent4"/>
                          </a:solidFill>
                        </a:rPr>
                        <a:t>Pickle File</a:t>
                      </a:r>
                      <a:endParaRPr lang="en-GB" sz="1400" dirty="0">
                        <a:solidFill>
                          <a:schemeClr val="accent4"/>
                        </a:solidFill>
                      </a:endParaRPr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 err="1">
                          <a:solidFill>
                            <a:schemeClr val="accent4"/>
                          </a:solidFill>
                        </a:rPr>
                        <a:t>Pd.read_pickle</a:t>
                      </a:r>
                      <a:r>
                        <a:rPr lang="en-GB" sz="1400" dirty="0">
                          <a:solidFill>
                            <a:schemeClr val="accent4"/>
                          </a:solidFill>
                        </a:rPr>
                        <a:t>()</a:t>
                      </a:r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A </a:t>
                      </a:r>
                      <a:r>
                        <a:rPr lang="en-GB" sz="1400" b="1" dirty="0"/>
                        <a:t>pickle file</a:t>
                      </a:r>
                      <a:r>
                        <a:rPr lang="en-GB" sz="1400" dirty="0"/>
                        <a:t> is a binary file format used to serialize and store Python objects. "Pickling" is the process of converting a Python object (such as a list, dictionary, or even a machine learning model) into a byte stream, which can then be saved to a file or sent over a network. "Unpickling" is the reverse process, where the byte stream is converted back into the original Python object.</a:t>
                      </a:r>
                    </a:p>
                    <a:p>
                      <a:endParaRPr lang="en-GB" sz="1400" b="1" dirty="0"/>
                    </a:p>
                    <a:p>
                      <a:r>
                        <a:rPr lang="en-GB" sz="1400" b="1" dirty="0"/>
                        <a:t>Key Points: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400" b="1" dirty="0"/>
                        <a:t>Serialization</a:t>
                      </a:r>
                      <a:r>
                        <a:rPr lang="en-GB" sz="1400" dirty="0"/>
                        <a:t>: Pickling converts Python objects into a format that can be saved or transferred.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400" b="1" dirty="0"/>
                        <a:t>Deserialization</a:t>
                      </a:r>
                      <a:r>
                        <a:rPr lang="en-GB" sz="1400" dirty="0"/>
                        <a:t>: Unpickling reads the pickle file and reconstructs the original object.</a:t>
                      </a:r>
                    </a:p>
                    <a:p>
                      <a:endParaRPr lang="en-GB" sz="1400" b="1" dirty="0"/>
                    </a:p>
                    <a:p>
                      <a:r>
                        <a:rPr lang="en-GB" sz="1400" b="1" dirty="0"/>
                        <a:t>Use Cases</a:t>
                      </a:r>
                      <a:r>
                        <a:rPr lang="en-GB" sz="1400" dirty="0"/>
                        <a:t>: Pickle files are commonly used for saving machine learning models, caching data, or storing complex objects for later use.</a:t>
                      </a:r>
                    </a:p>
                    <a:p>
                      <a:endParaRPr lang="en-GB" sz="1400" dirty="0"/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7191495"/>
                  </a:ext>
                </a:extLst>
              </a:tr>
              <a:tr h="182489">
                <a:tc>
                  <a:txBody>
                    <a:bodyPr/>
                    <a:lstStyle/>
                    <a:p>
                      <a:pPr algn="r"/>
                      <a:endParaRPr lang="en-GB" sz="1400" dirty="0">
                        <a:solidFill>
                          <a:schemeClr val="accent4"/>
                        </a:solidFill>
                      </a:endParaRPr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solidFill>
                          <a:schemeClr val="accent4"/>
                        </a:solidFill>
                      </a:endParaRPr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b="0" dirty="0"/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8849364"/>
                  </a:ext>
                </a:extLst>
              </a:tr>
              <a:tr h="182489">
                <a:tc>
                  <a:txBody>
                    <a:bodyPr/>
                    <a:lstStyle/>
                    <a:p>
                      <a:pPr algn="r"/>
                      <a:endParaRPr lang="en-GB" sz="1400" dirty="0">
                        <a:solidFill>
                          <a:schemeClr val="accent4"/>
                        </a:solidFill>
                      </a:endParaRPr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solidFill>
                          <a:schemeClr val="accent4"/>
                        </a:solidFill>
                      </a:endParaRPr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648912"/>
                  </a:ext>
                </a:extLst>
              </a:tr>
              <a:tr h="182489">
                <a:tc>
                  <a:txBody>
                    <a:bodyPr/>
                    <a:lstStyle/>
                    <a:p>
                      <a:pPr algn="r"/>
                      <a:endParaRPr lang="en-GB" sz="1400" dirty="0">
                        <a:solidFill>
                          <a:schemeClr val="accent4"/>
                        </a:solidFill>
                      </a:endParaRPr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solidFill>
                          <a:schemeClr val="accent4"/>
                        </a:solidFill>
                      </a:endParaRPr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98480"/>
                  </a:ext>
                </a:extLst>
              </a:tr>
              <a:tr h="182489">
                <a:tc>
                  <a:txBody>
                    <a:bodyPr/>
                    <a:lstStyle/>
                    <a:p>
                      <a:pPr algn="r"/>
                      <a:endParaRPr lang="en-GB" sz="1400" dirty="0">
                        <a:solidFill>
                          <a:schemeClr val="accent4"/>
                        </a:solidFill>
                      </a:endParaRPr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solidFill>
                          <a:schemeClr val="accent4"/>
                        </a:solidFill>
                      </a:endParaRPr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4965137"/>
                  </a:ext>
                </a:extLst>
              </a:tr>
              <a:tr h="182489">
                <a:tc>
                  <a:txBody>
                    <a:bodyPr/>
                    <a:lstStyle/>
                    <a:p>
                      <a:pPr algn="r"/>
                      <a:endParaRPr lang="en-GB" sz="1400" dirty="0">
                        <a:solidFill>
                          <a:schemeClr val="accent4"/>
                        </a:solidFill>
                      </a:endParaRPr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solidFill>
                          <a:schemeClr val="accent4"/>
                        </a:solidFill>
                      </a:endParaRPr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 marL="91403" marR="91403" marT="45702" marB="45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554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67888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63CDF66-82C8-E6D2-529E-84C0BCFC0D57}"/>
              </a:ext>
            </a:extLst>
          </p:cNvPr>
          <p:cNvSpPr/>
          <p:nvPr/>
        </p:nvSpPr>
        <p:spPr>
          <a:xfrm>
            <a:off x="2950029" y="4568752"/>
            <a:ext cx="9241971" cy="12083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9F0F5C-318E-3297-B6C1-DCEFD84365E7}"/>
              </a:ext>
            </a:extLst>
          </p:cNvPr>
          <p:cNvSpPr txBox="1"/>
          <p:nvPr/>
        </p:nvSpPr>
        <p:spPr>
          <a:xfrm>
            <a:off x="3467100" y="4844408"/>
            <a:ext cx="52578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8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Additional Slides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6B7AD9-5512-763D-544C-7BA81C62F239}"/>
              </a:ext>
            </a:extLst>
          </p:cNvPr>
          <p:cNvSpPr/>
          <p:nvPr/>
        </p:nvSpPr>
        <p:spPr>
          <a:xfrm>
            <a:off x="0" y="331971"/>
            <a:ext cx="2950029" cy="49859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A41EA8-92E8-5135-F3E5-9AA069C72FC9}"/>
              </a:ext>
            </a:extLst>
          </p:cNvPr>
          <p:cNvSpPr/>
          <p:nvPr/>
        </p:nvSpPr>
        <p:spPr>
          <a:xfrm>
            <a:off x="2950029" y="5943073"/>
            <a:ext cx="9241971" cy="1991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453AE3-A345-6AC3-2CE5-8B9752D6092E}"/>
              </a:ext>
            </a:extLst>
          </p:cNvPr>
          <p:cNvSpPr txBox="1"/>
          <p:nvPr/>
        </p:nvSpPr>
        <p:spPr>
          <a:xfrm>
            <a:off x="359229" y="968828"/>
            <a:ext cx="24601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bg2">
                    <a:lumMod val="50000"/>
                  </a:schemeClr>
                </a:solidFill>
              </a:rPr>
              <a:t>[]</a:t>
            </a:r>
          </a:p>
        </p:txBody>
      </p:sp>
    </p:spTree>
    <p:extLst>
      <p:ext uri="{BB962C8B-B14F-4D97-AF65-F5344CB8AC3E}">
        <p14:creationId xmlns:p14="http://schemas.microsoft.com/office/powerpoint/2010/main" val="21430053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C132072-C341-6EDF-0096-6B8D17C0EC08}"/>
              </a:ext>
            </a:extLst>
          </p:cNvPr>
          <p:cNvSpPr txBox="1"/>
          <p:nvPr/>
        </p:nvSpPr>
        <p:spPr>
          <a:xfrm>
            <a:off x="320437" y="1052512"/>
            <a:ext cx="2820318" cy="47529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lang="en-GB" sz="1600" dirty="0">
                <a:solidFill>
                  <a:schemeClr val="tx1">
                    <a:lumMod val="10000"/>
                    <a:lumOff val="90000"/>
                  </a:schemeClr>
                </a:solidFill>
              </a:rPr>
              <a:t>Glossary: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GB" sz="1600" b="1" dirty="0">
                <a:solidFill>
                  <a:schemeClr val="tx1">
                    <a:lumMod val="10000"/>
                    <a:lumOff val="90000"/>
                  </a:schemeClr>
                </a:solidFill>
              </a:rPr>
              <a:t>Positional argument: </a:t>
            </a:r>
            <a:r>
              <a:rPr lang="en-GB" sz="1600" dirty="0">
                <a:solidFill>
                  <a:schemeClr val="tx1">
                    <a:lumMod val="10000"/>
                    <a:lumOff val="90000"/>
                  </a:schemeClr>
                </a:solidFill>
              </a:rPr>
              <a:t>are passed to a function and are based on its position or order in the function call, rather than being explicitly named.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endParaRPr lang="en-GB" sz="1600" dirty="0">
              <a:solidFill>
                <a:schemeClr val="tx1">
                  <a:lumMod val="10000"/>
                  <a:lumOff val="90000"/>
                </a:schemeClr>
              </a:solidFill>
            </a:endParaRP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GB" sz="1600" b="1" dirty="0">
                <a:solidFill>
                  <a:schemeClr val="tx1">
                    <a:lumMod val="10000"/>
                    <a:lumOff val="90000"/>
                  </a:schemeClr>
                </a:solidFill>
              </a:rPr>
              <a:t>Tuple:</a:t>
            </a:r>
            <a:r>
              <a:rPr lang="en-GB" sz="1600" dirty="0">
                <a:solidFill>
                  <a:schemeClr val="tx1">
                    <a:lumMod val="10000"/>
                    <a:lumOff val="90000"/>
                  </a:schemeClr>
                </a:solidFill>
              </a:rPr>
              <a:t> an ordered collection of items that cannot be modified after they are created (immutable). Tuples allow mixed data types, and elements of a tuple can be accessed using their index, starting at 0.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635F1C6C-C07C-90B1-8EEC-7B618B10BD25}"/>
              </a:ext>
            </a:extLst>
          </p:cNvPr>
          <p:cNvSpPr txBox="1">
            <a:spLocks/>
          </p:cNvSpPr>
          <p:nvPr/>
        </p:nvSpPr>
        <p:spPr>
          <a:xfrm>
            <a:off x="3833132" y="1532615"/>
            <a:ext cx="7542439" cy="4553445"/>
          </a:xfrm>
          <a:prstGeom prst="rect">
            <a:avLst/>
          </a:prstGeom>
        </p:spPr>
        <p:txBody>
          <a:bodyPr/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>
                <a:solidFill>
                  <a:schemeClr val="tx1"/>
                </a:solidFill>
              </a:rPr>
              <a:t>Handles an unknown number of </a:t>
            </a:r>
            <a:r>
              <a:rPr lang="en-GB" i="1" dirty="0">
                <a:solidFill>
                  <a:schemeClr val="tx1"/>
                </a:solidFill>
              </a:rPr>
              <a:t>positional arguments </a:t>
            </a:r>
            <a:r>
              <a:rPr lang="en-GB" dirty="0">
                <a:solidFill>
                  <a:schemeClr val="tx1"/>
                </a:solidFill>
              </a:rPr>
              <a:t>in a flexible manner, unpacking them into a </a:t>
            </a:r>
            <a:r>
              <a:rPr lang="en-GB" i="1" dirty="0">
                <a:solidFill>
                  <a:schemeClr val="tx1"/>
                </a:solidFill>
              </a:rPr>
              <a:t>tuple</a:t>
            </a:r>
            <a:r>
              <a:rPr lang="en-GB" dirty="0">
                <a:solidFill>
                  <a:schemeClr val="tx1"/>
                </a:solidFill>
              </a:rPr>
              <a:t> for further processing inside the function.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tx1"/>
                </a:solidFill>
              </a:rPr>
              <a:t>Flexible Argument Passing: </a:t>
            </a:r>
            <a:r>
              <a:rPr lang="en-GB" dirty="0">
                <a:solidFill>
                  <a:schemeClr val="tx1"/>
                </a:solidFill>
              </a:rPr>
              <a:t>You can pass any number of arguments, from zero to many, and Python will collect them into a tuple.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tx1"/>
                </a:solidFill>
              </a:rPr>
              <a:t>Positional Arguments: </a:t>
            </a:r>
            <a:r>
              <a:rPr lang="en-GB" dirty="0">
                <a:solidFill>
                  <a:schemeClr val="tx1"/>
                </a:solidFill>
              </a:rPr>
              <a:t>*</a:t>
            </a:r>
            <a:r>
              <a:rPr lang="en-GB" dirty="0" err="1">
                <a:solidFill>
                  <a:schemeClr val="tx1"/>
                </a:solidFill>
              </a:rPr>
              <a:t>args</a:t>
            </a:r>
            <a:r>
              <a:rPr lang="en-GB" dirty="0">
                <a:solidFill>
                  <a:schemeClr val="tx1"/>
                </a:solidFill>
              </a:rPr>
              <a:t> only collects positional arguments. If you need to accept named keyword arguments (e.g., name=value), you will use **</a:t>
            </a:r>
            <a:r>
              <a:rPr lang="en-GB" dirty="0" err="1">
                <a:solidFill>
                  <a:schemeClr val="tx1"/>
                </a:solidFill>
              </a:rPr>
              <a:t>kwargs</a:t>
            </a:r>
            <a:r>
              <a:rPr lang="en-GB" dirty="0">
                <a:solidFill>
                  <a:schemeClr val="tx1"/>
                </a:solidFill>
              </a:rPr>
              <a:t> instead.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tx1"/>
                </a:solidFill>
              </a:rPr>
              <a:t>Order Matters: </a:t>
            </a:r>
            <a:r>
              <a:rPr lang="en-GB" dirty="0">
                <a:solidFill>
                  <a:schemeClr val="tx1"/>
                </a:solidFill>
              </a:rPr>
              <a:t>In the function definition, *</a:t>
            </a:r>
            <a:r>
              <a:rPr lang="en-GB" dirty="0" err="1">
                <a:solidFill>
                  <a:schemeClr val="tx1"/>
                </a:solidFill>
              </a:rPr>
              <a:t>args</a:t>
            </a:r>
            <a:r>
              <a:rPr lang="en-GB" dirty="0">
                <a:solidFill>
                  <a:schemeClr val="tx1"/>
                </a:solidFill>
              </a:rPr>
              <a:t> must come after any fixed positional arguments.</a:t>
            </a: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8F5249DD-EF28-89DA-907D-9382436691A0}"/>
              </a:ext>
            </a:extLst>
          </p:cNvPr>
          <p:cNvSpPr txBox="1">
            <a:spLocks/>
          </p:cNvSpPr>
          <p:nvPr/>
        </p:nvSpPr>
        <p:spPr>
          <a:xfrm>
            <a:off x="3833133" y="771940"/>
            <a:ext cx="7542439" cy="45814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000" dirty="0">
                <a:solidFill>
                  <a:schemeClr val="accent3"/>
                </a:solidFill>
              </a:rPr>
              <a:t>Function Convention: </a:t>
            </a:r>
            <a:r>
              <a:rPr lang="en-GB" sz="3000" b="1" dirty="0">
                <a:solidFill>
                  <a:schemeClr val="accent3"/>
                </a:solidFill>
              </a:rPr>
              <a:t>*</a:t>
            </a:r>
            <a:r>
              <a:rPr lang="en-GB" sz="3000" b="1" dirty="0" err="1">
                <a:solidFill>
                  <a:schemeClr val="accent3"/>
                </a:solidFill>
              </a:rPr>
              <a:t>args</a:t>
            </a:r>
            <a:endParaRPr lang="en-GB" sz="3000" b="1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666301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C132072-C341-6EDF-0096-6B8D17C0EC08}"/>
              </a:ext>
            </a:extLst>
          </p:cNvPr>
          <p:cNvSpPr txBox="1"/>
          <p:nvPr/>
        </p:nvSpPr>
        <p:spPr>
          <a:xfrm>
            <a:off x="320437" y="1052512"/>
            <a:ext cx="2820318" cy="47529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lang="en-GB" sz="1600" dirty="0">
                <a:solidFill>
                  <a:schemeClr val="tx1">
                    <a:lumMod val="10000"/>
                    <a:lumOff val="90000"/>
                  </a:schemeClr>
                </a:solidFill>
              </a:rPr>
              <a:t>Glossary: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GB" sz="1600" b="1" dirty="0">
                <a:solidFill>
                  <a:schemeClr val="tx1">
                    <a:lumMod val="10000"/>
                    <a:lumOff val="90000"/>
                  </a:schemeClr>
                </a:solidFill>
              </a:rPr>
              <a:t>Keyword argument: </a:t>
            </a:r>
            <a:r>
              <a:rPr lang="en-GB" sz="1600" dirty="0">
                <a:solidFill>
                  <a:schemeClr val="tx1">
                    <a:lumMod val="10000"/>
                    <a:lumOff val="90000"/>
                  </a:schemeClr>
                </a:solidFill>
              </a:rPr>
              <a:t>are arguments passed as key-value pairs – key: value; name = “john”.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endParaRPr lang="en-GB" sz="1600" b="1" dirty="0">
              <a:solidFill>
                <a:schemeClr val="tx1">
                  <a:lumMod val="10000"/>
                  <a:lumOff val="90000"/>
                </a:schemeClr>
              </a:solidFill>
            </a:endParaRP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GB" sz="1600" b="1" dirty="0">
                <a:solidFill>
                  <a:schemeClr val="tx1">
                    <a:lumMod val="10000"/>
                    <a:lumOff val="90000"/>
                  </a:schemeClr>
                </a:solidFill>
              </a:rPr>
              <a:t>Dictionary: </a:t>
            </a:r>
            <a:r>
              <a:rPr lang="en-GB" sz="1600" dirty="0">
                <a:solidFill>
                  <a:schemeClr val="tx1">
                    <a:lumMod val="10000"/>
                    <a:lumOff val="90000"/>
                  </a:schemeClr>
                </a:solidFill>
              </a:rPr>
              <a:t>a collection of key-value pairs, where each key is mapped to a specific value. Dictionaries are unordered and can be changes within the function (mutable). </a:t>
            </a:r>
          </a:p>
          <a:p>
            <a:pPr marL="285750" indent="-285750">
              <a:lnSpc>
                <a:spcPct val="12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>
                    <a:lumMod val="10000"/>
                    <a:lumOff val="90000"/>
                  </a:schemeClr>
                </a:solidFill>
              </a:rPr>
              <a:t>items(): Returns a list of all key-value pairs as tuples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635F1C6C-C07C-90B1-8EEC-7B618B10BD25}"/>
              </a:ext>
            </a:extLst>
          </p:cNvPr>
          <p:cNvSpPr txBox="1">
            <a:spLocks/>
          </p:cNvSpPr>
          <p:nvPr/>
        </p:nvSpPr>
        <p:spPr>
          <a:xfrm>
            <a:off x="3833132" y="1532615"/>
            <a:ext cx="7542439" cy="4553445"/>
          </a:xfrm>
          <a:prstGeom prst="rect">
            <a:avLst/>
          </a:prstGeom>
        </p:spPr>
        <p:txBody>
          <a:bodyPr/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>
                <a:solidFill>
                  <a:schemeClr val="tx1"/>
                </a:solidFill>
              </a:rPr>
              <a:t>Handles an unknown number of </a:t>
            </a:r>
            <a:r>
              <a:rPr lang="en-GB" i="1" dirty="0">
                <a:solidFill>
                  <a:schemeClr val="tx1"/>
                </a:solidFill>
              </a:rPr>
              <a:t>keyword arguments </a:t>
            </a:r>
            <a:r>
              <a:rPr lang="en-GB" dirty="0">
                <a:solidFill>
                  <a:schemeClr val="tx1"/>
                </a:solidFill>
              </a:rPr>
              <a:t>and unpack them into a dictionary, providing flexibility in passing and processing data in functions.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tx1"/>
                </a:solidFill>
              </a:rPr>
              <a:t>Flexible Argument Passing: </a:t>
            </a:r>
            <a:r>
              <a:rPr lang="en-GB" dirty="0">
                <a:solidFill>
                  <a:schemeClr val="tx1"/>
                </a:solidFill>
              </a:rPr>
              <a:t>**</a:t>
            </a:r>
            <a:r>
              <a:rPr lang="en-GB" dirty="0" err="1">
                <a:solidFill>
                  <a:schemeClr val="tx1"/>
                </a:solidFill>
              </a:rPr>
              <a:t>kwargs</a:t>
            </a:r>
            <a:r>
              <a:rPr lang="en-GB" dirty="0">
                <a:solidFill>
                  <a:schemeClr val="tx1"/>
                </a:solidFill>
              </a:rPr>
              <a:t> lets you pass any number of keyword arguments without needing to specify them in advance. This makes the function flexible and adaptable to different situations.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tx1"/>
                </a:solidFill>
              </a:rPr>
              <a:t>Unpacking: </a:t>
            </a:r>
            <a:r>
              <a:rPr lang="en-GB" dirty="0">
                <a:solidFill>
                  <a:schemeClr val="tx1"/>
                </a:solidFill>
              </a:rPr>
              <a:t>Python "unpacks" the keyword arguments into key-value pairs and places them in the dictionary </a:t>
            </a:r>
            <a:r>
              <a:rPr lang="en-GB" dirty="0" err="1">
                <a:solidFill>
                  <a:schemeClr val="tx1"/>
                </a:solidFill>
              </a:rPr>
              <a:t>kwargs</a:t>
            </a:r>
            <a:r>
              <a:rPr lang="en-GB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8F5249DD-EF28-89DA-907D-9382436691A0}"/>
              </a:ext>
            </a:extLst>
          </p:cNvPr>
          <p:cNvSpPr txBox="1">
            <a:spLocks/>
          </p:cNvSpPr>
          <p:nvPr/>
        </p:nvSpPr>
        <p:spPr>
          <a:xfrm>
            <a:off x="3833133" y="771940"/>
            <a:ext cx="7542439" cy="45814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000" dirty="0">
                <a:solidFill>
                  <a:schemeClr val="accent3"/>
                </a:solidFill>
              </a:rPr>
              <a:t>Function Convention: </a:t>
            </a:r>
            <a:r>
              <a:rPr lang="en-GB" sz="3000" b="1" dirty="0">
                <a:solidFill>
                  <a:schemeClr val="accent3"/>
                </a:solidFill>
              </a:rPr>
              <a:t>**</a:t>
            </a:r>
            <a:r>
              <a:rPr lang="en-GB" sz="3000" b="1" dirty="0" err="1">
                <a:solidFill>
                  <a:schemeClr val="accent3"/>
                </a:solidFill>
              </a:rPr>
              <a:t>kwargs</a:t>
            </a:r>
            <a:endParaRPr lang="en-GB" sz="3000" b="1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700940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18A1B607-7BAE-46D6-8090-545AC7BDD73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0541854-87B3-4953-A183-EF3BD285377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DFB9BFA2-1FA5-44A1-B975-10D6BF58ECD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577E783-5AB8-45E6-9E56-AE40075231B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Architecture design</Template>
  <TotalTime>465</TotalTime>
  <Words>2953</Words>
  <Application>Microsoft Office PowerPoint</Application>
  <PresentationFormat>Widescreen</PresentationFormat>
  <Paragraphs>369</Paragraphs>
  <Slides>20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Corbel</vt:lpstr>
      <vt:lpstr>Wingdings 2</vt:lpstr>
      <vt:lpstr>Frame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Sophie Anderson</dc:creator>
  <cp:lastModifiedBy>Sophie Anderson</cp:lastModifiedBy>
  <cp:revision>1</cp:revision>
  <dcterms:created xsi:type="dcterms:W3CDTF">2024-10-07T08:35:46Z</dcterms:created>
  <dcterms:modified xsi:type="dcterms:W3CDTF">2024-10-07T16:21:38Z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